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76" r:id="rId4"/>
    <p:sldMasterId id="2147484062" r:id="rId5"/>
    <p:sldMasterId id="2147484065" r:id="rId6"/>
    <p:sldMasterId id="2147484102" r:id="rId7"/>
    <p:sldMasterId id="2147484129" r:id="rId8"/>
  </p:sldMasterIdLst>
  <p:notesMasterIdLst>
    <p:notesMasterId r:id="rId10"/>
  </p:notesMasterIdLst>
  <p:handoutMasterIdLst>
    <p:handoutMasterId r:id="rId11"/>
  </p:handoutMasterIdLst>
  <p:sldIdLst>
    <p:sldId id="256" r:id="rId9"/>
  </p:sldIdLst>
  <p:sldSz cx="12858750" cy="7232650"/>
  <p:notesSz cx="7104063" cy="10234613"/>
  <p:custDataLst>
    <p:tags r:id="rId1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  <p15:guide id="8" pos="13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B88A"/>
    <a:srgbClr val="553804"/>
    <a:srgbClr val="6D6D6D"/>
    <a:srgbClr val="696D56"/>
    <a:srgbClr val="6E5C34"/>
    <a:srgbClr val="A09065"/>
    <a:srgbClr val="745F36"/>
    <a:srgbClr val="E4D8A0"/>
    <a:srgbClr val="E2D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1" autoAdjust="0"/>
    <p:restoredTop sz="93792" autoAdjust="0"/>
  </p:normalViewPr>
  <p:slideViewPr>
    <p:cSldViewPr>
      <p:cViewPr varScale="1">
        <p:scale>
          <a:sx n="120" d="100"/>
          <a:sy n="120" d="100"/>
        </p:scale>
        <p:origin x="77" y="72"/>
      </p:cViewPr>
      <p:guideLst>
        <p:guide orient="horz" pos="328"/>
        <p:guide pos="4050"/>
        <p:guide orient="horz" pos="4183"/>
        <p:guide pos="7588"/>
        <p:guide pos="1350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17742FC-62BB-4B81-9CA5-3B750A4B4580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67E82F1-5B17-4D95-A6D6-EB96F2D7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514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2026/6/9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wrap="square" lIns="99075" tIns="49538" rIns="99075" bIns="4953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5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609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55211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6" descr="A large building&#10;&#10;Description automatically generated">
            <a:extLst>
              <a:ext uri="{FF2B5EF4-FFF2-40B4-BE49-F238E27FC236}">
                <a16:creationId xmlns:a16="http://schemas.microsoft.com/office/drawing/2014/main" id="{F367A7A6-D723-40BB-A3B1-7662B43D6B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3646" y="75473"/>
            <a:ext cx="5073080" cy="7157178"/>
          </a:xfrm>
          <a:prstGeom prst="rect">
            <a:avLst/>
          </a:prstGeom>
        </p:spPr>
      </p:pic>
      <p:sp>
        <p:nvSpPr>
          <p:cNvPr id="90" name="Text Placeholder 89"/>
          <p:cNvSpPr>
            <a:spLocks noGrp="1"/>
          </p:cNvSpPr>
          <p:nvPr>
            <p:ph type="body" sz="quarter" idx="12" hasCustomPrompt="1"/>
          </p:nvPr>
        </p:nvSpPr>
        <p:spPr>
          <a:xfrm>
            <a:off x="659483" y="4440343"/>
            <a:ext cx="6511975" cy="420842"/>
          </a:xfrm>
        </p:spPr>
        <p:txBody>
          <a:bodyPr>
            <a:normAutofit/>
          </a:bodyPr>
          <a:lstStyle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 typeface="Arial" charset="0"/>
              <a:buNone/>
              <a:defRPr lang="en-US" sz="1476" b="1" kern="1200" cap="all" spc="316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Arial" panose="020B0604020202020204" pitchFamily="34" charset="0"/>
              </a:defRPr>
            </a:lvl1pPr>
            <a:lvl2pPr marL="246105" indent="0">
              <a:buFontTx/>
              <a:buNone/>
              <a:defRPr/>
            </a:lvl2pPr>
            <a:lvl3pPr marL="423567" indent="0">
              <a:buFontTx/>
              <a:buNone/>
              <a:defRPr/>
            </a:lvl3pPr>
            <a:lvl4pPr marL="601029" indent="0">
              <a:buFontTx/>
              <a:buNone/>
              <a:defRPr/>
            </a:lvl4pPr>
            <a:lvl5pPr marL="786863" indent="0">
              <a:buFontTx/>
              <a:buNone/>
              <a:defRPr/>
            </a:lvl5pPr>
          </a:lstStyle>
          <a:p>
            <a:pPr marL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 typeface="Arial" charset="0"/>
              <a:buNone/>
            </a:pPr>
            <a:r>
              <a:rPr lang="en-US" dirty="0"/>
              <a:t>month 2020</a:t>
            </a:r>
          </a:p>
        </p:txBody>
      </p:sp>
      <p:sp>
        <p:nvSpPr>
          <p:cNvPr id="27" name="Rectangle 183"/>
          <p:cNvSpPr>
            <a:spLocks noGrp="1" noChangeArrowheads="1"/>
          </p:cNvSpPr>
          <p:nvPr userDrawn="1">
            <p:ph type="subTitle" idx="1" hasCustomPrompt="1"/>
          </p:nvPr>
        </p:nvSpPr>
        <p:spPr bwMode="blackWhite">
          <a:xfrm>
            <a:off x="659483" y="3688697"/>
            <a:ext cx="6511975" cy="853788"/>
          </a:xfrm>
          <a:prstGeom prst="rect">
            <a:avLst/>
          </a:prstGeom>
          <a:ln w="25400" algn="ctr"/>
          <a:effectLst/>
        </p:spPr>
        <p:txBody>
          <a:bodyPr tIns="0" bIns="91440" anchor="b">
            <a:noAutofit/>
          </a:bodyPr>
          <a:lstStyle>
            <a:lvl1pPr marL="0" indent="0"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Font typeface="Arial" charset="0"/>
              <a:buNone/>
              <a:defRPr lang="en-US" sz="1898" b="0" kern="1200" cap="none" spc="53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First name Last name</a:t>
            </a:r>
          </a:p>
          <a:p>
            <a:pPr lvl="0"/>
            <a:r>
              <a:rPr lang="en-US" dirty="0"/>
              <a:t>Official title goes here</a:t>
            </a:r>
          </a:p>
        </p:txBody>
      </p:sp>
      <p:sp>
        <p:nvSpPr>
          <p:cNvPr id="28" name="Rectangle 182"/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659483" y="451211"/>
            <a:ext cx="6502282" cy="3122875"/>
          </a:xfrm>
          <a:prstGeom prst="rect">
            <a:avLst/>
          </a:prstGeom>
          <a:ln w="25400"/>
          <a:effectLst/>
        </p:spPr>
        <p:txBody>
          <a:bodyPr tIns="91440" bIns="91440" anchor="b"/>
          <a:lstStyle>
            <a:lvl1pPr algn="l">
              <a:lnSpc>
                <a:spcPts val="5800"/>
              </a:lnSpc>
              <a:spcBef>
                <a:spcPts val="0"/>
              </a:spcBef>
              <a:defRPr lang="en-US" sz="5168" b="0" kern="1200" cap="all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Title Goes Here Second Line</a:t>
            </a:r>
            <a:br>
              <a:rPr lang="en-US" dirty="0"/>
            </a:br>
            <a:r>
              <a:rPr lang="en-US" dirty="0"/>
              <a:t>Third 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06E3A-77E8-4336-8E69-F834D6840692}"/>
              </a:ext>
            </a:extLst>
          </p:cNvPr>
          <p:cNvSpPr txBox="1"/>
          <p:nvPr userDrawn="1"/>
        </p:nvSpPr>
        <p:spPr>
          <a:xfrm>
            <a:off x="659482" y="6313872"/>
            <a:ext cx="69477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+mj-lt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DB26A35-77F5-445D-B6D8-5AC2F84354FB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3AA52E7-FC36-4ED4-867F-157B0BCEBEAA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ED8626D-4DCA-4D23-8BF4-1806FF2B3D4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456C9DC-AC7B-4A0E-8C19-8B43D714AD24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0DA97BB-3B9D-475D-90A5-85DF0ACEA7DB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39B465D-2073-45C5-B64A-4C84B0F0C14A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39" name="Graphic 38">
            <a:extLst>
              <a:ext uri="{FF2B5EF4-FFF2-40B4-BE49-F238E27FC236}">
                <a16:creationId xmlns:a16="http://schemas.microsoft.com/office/drawing/2014/main" id="{0479C9BD-7253-4516-B9AE-7AD2D65881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14" t="23225" r="5073" b="21217"/>
          <a:stretch/>
        </p:blipFill>
        <p:spPr>
          <a:xfrm>
            <a:off x="653107" y="5439637"/>
            <a:ext cx="5569410" cy="75962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06C25F4-61A1-429C-96A6-EF43EBB0D205}"/>
              </a:ext>
            </a:extLst>
          </p:cNvPr>
          <p:cNvSpPr txBox="1"/>
          <p:nvPr userDrawn="1"/>
        </p:nvSpPr>
        <p:spPr>
          <a:xfrm>
            <a:off x="659483" y="6624142"/>
            <a:ext cx="5769893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685" b="0" i="0" cap="all" spc="53" baseline="0" dirty="0">
                <a:solidFill>
                  <a:schemeClr val="tx2">
                    <a:lumMod val="90000"/>
                  </a:schemeClr>
                </a:solidFill>
                <a:latin typeface="+mj-lt"/>
                <a:cs typeface="Arial" panose="020B0604020202020204" pitchFamily="34" charset="0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</p:spTree>
    <p:extLst>
      <p:ext uri="{BB962C8B-B14F-4D97-AF65-F5344CB8AC3E}">
        <p14:creationId xmlns:p14="http://schemas.microsoft.com/office/powerpoint/2010/main" val="111311650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utomotive 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4" descr="A passenger seat of a car&#10;&#10;Description automatically generated">
            <a:extLst>
              <a:ext uri="{FF2B5EF4-FFF2-40B4-BE49-F238E27FC236}">
                <a16:creationId xmlns:a16="http://schemas.microsoft.com/office/drawing/2014/main" id="{1D45FBBC-207E-4D58-85BF-A85644E74A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4" y="83212"/>
            <a:ext cx="4809600" cy="7149438"/>
          </a:xfrm>
          <a:prstGeom prst="rect">
            <a:avLst/>
          </a:prstGeom>
        </p:spPr>
      </p:pic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4" y="83212"/>
            <a:ext cx="4809600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  <p:sp>
        <p:nvSpPr>
          <p:cNvPr id="37" name="Rectangle 182">
            <a:extLst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5564471" y="1341710"/>
            <a:ext cx="6670910" cy="4075610"/>
          </a:xfrm>
          <a:prstGeom prst="rect">
            <a:avLst/>
          </a:prstGeom>
          <a:ln w="25400"/>
          <a:effectLst/>
        </p:spPr>
        <p:txBody>
          <a:bodyPr tIns="91440" bIns="9144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5378" b="0" kern="1200" cap="none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headline or statement goes here. Lorem ipsum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23A222D-2665-49C2-A352-41261E92E261}"/>
              </a:ext>
            </a:extLst>
          </p:cNvPr>
          <p:cNvSpPr/>
          <p:nvPr userDrawn="1"/>
        </p:nvSpPr>
        <p:spPr>
          <a:xfrm rot="10800000">
            <a:off x="-1" y="83858"/>
            <a:ext cx="4809600" cy="5962218"/>
          </a:xfrm>
          <a:prstGeom prst="rect">
            <a:avLst/>
          </a:prstGeom>
          <a:gradFill flip="none" rotWithShape="1">
            <a:gsLst>
              <a:gs pos="3000">
                <a:schemeClr val="accent4">
                  <a:alpha val="27000"/>
                </a:schemeClr>
              </a:gs>
              <a:gs pos="50000">
                <a:schemeClr val="accent4">
                  <a:alpha val="0"/>
                </a:schemeClr>
              </a:gs>
              <a:gs pos="100000">
                <a:schemeClr val="accent4">
                  <a:lumMod val="20000"/>
                  <a:lumOff val="80000"/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DB60511C-2A65-4F06-8213-A97675390082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2A4D78-1073-4D7F-BFFB-2D6120677F74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581FCDD-ACE7-4426-A971-5FCA0CCF78B9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B9C456B0-4A5D-4885-994C-95243A7A3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E162F602-55E8-4B3D-A11C-2027D56E9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51D5D649-9376-48D5-8D91-4D2DDEB0E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5C1F632B-6197-496B-9EEA-C4840363A8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5006E74E-CDF9-4696-8BB6-B1B2F10B7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88616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ality 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6" descr="A person standing in front of a store&#10;&#10;Description automatically generated">
            <a:extLst>
              <a:ext uri="{FF2B5EF4-FFF2-40B4-BE49-F238E27FC236}">
                <a16:creationId xmlns:a16="http://schemas.microsoft.com/office/drawing/2014/main" id="{B6308E49-6F4B-4FB3-B55E-5ABCE9FC1E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24" y="83212"/>
            <a:ext cx="4809600" cy="714943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14D81D1-28E2-4B5A-90AC-0665128E04D9}"/>
              </a:ext>
            </a:extLst>
          </p:cNvPr>
          <p:cNvSpPr/>
          <p:nvPr userDrawn="1"/>
        </p:nvSpPr>
        <p:spPr>
          <a:xfrm rot="10800000">
            <a:off x="0" y="83858"/>
            <a:ext cx="4425861" cy="7148792"/>
          </a:xfrm>
          <a:prstGeom prst="rect">
            <a:avLst/>
          </a:prstGeom>
          <a:gradFill flip="none" rotWithShape="1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4" y="83212"/>
            <a:ext cx="4809600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  <p:sp>
        <p:nvSpPr>
          <p:cNvPr id="37" name="Rectangle 182">
            <a:extLst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5564471" y="1341710"/>
            <a:ext cx="6670910" cy="4075610"/>
          </a:xfrm>
          <a:prstGeom prst="rect">
            <a:avLst/>
          </a:prstGeom>
          <a:ln w="25400"/>
          <a:effectLst/>
        </p:spPr>
        <p:txBody>
          <a:bodyPr tIns="91440" bIns="9144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5378" b="0" kern="1200" cap="none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headline or statement goes here. Lorem ipsum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1259CC84-9D61-4B7E-B269-B36414503070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7D660-4AAE-4D5D-82B7-7B0FFD272375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7964EA6-FA40-459F-BF7E-34433308865C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6B56D1BA-1D0B-48D6-8A9B-D6701B6E2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6F33A3D7-2E0B-4E81-A491-81B9B4545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CE9950E5-3A53-4262-9FF9-392F9697D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53084A67-7628-476E-9F80-8CED241E2D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BEBEFBC6-A920-4150-8CB5-2F07F5A51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053842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6" descr="A picture containing person, indoor, kitchen, standing&#10;&#10;Description automatically generated">
            <a:extLst>
              <a:ext uri="{FF2B5EF4-FFF2-40B4-BE49-F238E27FC236}">
                <a16:creationId xmlns:a16="http://schemas.microsoft.com/office/drawing/2014/main" id="{D1FAD2AD-D927-430E-83F0-A8F8A5926A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4" y="83212"/>
            <a:ext cx="4809600" cy="714943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F9387C9-D1B7-403A-B764-A76CCEA66EE8}"/>
              </a:ext>
            </a:extLst>
          </p:cNvPr>
          <p:cNvSpPr/>
          <p:nvPr userDrawn="1"/>
        </p:nvSpPr>
        <p:spPr>
          <a:xfrm rot="10800000">
            <a:off x="-1" y="83858"/>
            <a:ext cx="4811623" cy="7148792"/>
          </a:xfrm>
          <a:prstGeom prst="rect">
            <a:avLst/>
          </a:prstGeom>
          <a:gradFill flip="none" rotWithShape="1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4" y="83212"/>
            <a:ext cx="4809600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  <p:sp>
        <p:nvSpPr>
          <p:cNvPr id="37" name="Rectangle 182">
            <a:extLst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5564471" y="1341710"/>
            <a:ext cx="6670910" cy="4075610"/>
          </a:xfrm>
          <a:prstGeom prst="rect">
            <a:avLst/>
          </a:prstGeom>
          <a:ln w="25400"/>
          <a:effectLst/>
        </p:spPr>
        <p:txBody>
          <a:bodyPr tIns="91440" bIns="9144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5378" b="0" kern="1200" cap="none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headline or statement goes here. Lorem ipsum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72DDE7A5-E2F2-4CF2-B186-F3795441777B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7F1F9F-4C3C-4D70-9F0E-5759721FA966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15E115-25E8-43EB-BA59-CCA58D4B8507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EB0E3C50-5D0D-4B3D-AB5E-FB14C5060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27BAD98C-D2A0-4D70-8EE5-0EF8CD534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691DC690-D4FD-4831-96EA-3B2665EC0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C76CB046-A760-4B56-AE94-1EB3F5FDF2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EE180CB8-C23E-474B-B32A-6F5128D6C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537892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ustrial 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4" descr="A picture containing building, indoor, toy, train&#10;&#10;Description automatically generated">
            <a:extLst>
              <a:ext uri="{FF2B5EF4-FFF2-40B4-BE49-F238E27FC236}">
                <a16:creationId xmlns:a16="http://schemas.microsoft.com/office/drawing/2014/main" id="{73837969-8D79-4D54-80F4-F540E95773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4" y="83212"/>
            <a:ext cx="4809600" cy="714943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C6F7F7-17BF-482B-BA80-F24629A4A24E}"/>
              </a:ext>
            </a:extLst>
          </p:cNvPr>
          <p:cNvSpPr/>
          <p:nvPr userDrawn="1"/>
        </p:nvSpPr>
        <p:spPr>
          <a:xfrm rot="10800000">
            <a:off x="0" y="83858"/>
            <a:ext cx="4425861" cy="7148792"/>
          </a:xfrm>
          <a:prstGeom prst="rect">
            <a:avLst/>
          </a:prstGeom>
          <a:gradFill flip="none" rotWithShape="1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4" y="83212"/>
            <a:ext cx="4809600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  <p:sp>
        <p:nvSpPr>
          <p:cNvPr id="37" name="Rectangle 182">
            <a:extLst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5564471" y="1341710"/>
            <a:ext cx="6670910" cy="4075610"/>
          </a:xfrm>
          <a:prstGeom prst="rect">
            <a:avLst/>
          </a:prstGeom>
          <a:ln w="25400"/>
          <a:effectLst/>
        </p:spPr>
        <p:txBody>
          <a:bodyPr tIns="91440" bIns="9144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5378" b="0" kern="1200" cap="none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headline or statement goes here. Lorem ipsum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D183140B-A247-4A2B-9D4E-348839DEB103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784AD3-2BA5-4E85-98B2-D09F18251633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0B958C5-2B3E-473E-8744-054A7F5304DE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E7C1EB4B-5A45-4466-8072-0645AC92A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FE6AE65A-B4E9-4A34-9C1D-11C90F15F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C9E3FC99-0BDE-4CA4-8495-6D512122D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4576331F-C76A-4EB4-91BB-E020D9D8E2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9AC83E4E-604E-456C-8274-6BBEB5FB5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257005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etworking 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6" descr="A antenna on a cloudy day&#10;&#10;Description automatically generated">
            <a:extLst>
              <a:ext uri="{FF2B5EF4-FFF2-40B4-BE49-F238E27FC236}">
                <a16:creationId xmlns:a16="http://schemas.microsoft.com/office/drawing/2014/main" id="{E91A284D-B48E-4428-872F-AA05AB4316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24" y="83212"/>
            <a:ext cx="4809600" cy="714943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AAAD775-814D-4D87-B23C-FB937F7D91FA}"/>
              </a:ext>
            </a:extLst>
          </p:cNvPr>
          <p:cNvSpPr/>
          <p:nvPr userDrawn="1"/>
        </p:nvSpPr>
        <p:spPr>
          <a:xfrm>
            <a:off x="64774" y="83858"/>
            <a:ext cx="4736499" cy="7148792"/>
          </a:xfrm>
          <a:prstGeom prst="rect">
            <a:avLst/>
          </a:prstGeom>
          <a:gradFill flip="none" rotWithShape="1">
            <a:gsLst>
              <a:gs pos="3000">
                <a:schemeClr val="accent3">
                  <a:alpha val="26000"/>
                </a:schemeClr>
              </a:gs>
              <a:gs pos="70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4" y="83212"/>
            <a:ext cx="4809600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  <p:sp>
        <p:nvSpPr>
          <p:cNvPr id="37" name="Rectangle 182">
            <a:extLst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5564471" y="1341710"/>
            <a:ext cx="6670910" cy="4075610"/>
          </a:xfrm>
          <a:prstGeom prst="rect">
            <a:avLst/>
          </a:prstGeom>
          <a:ln w="25400"/>
          <a:effectLst/>
        </p:spPr>
        <p:txBody>
          <a:bodyPr tIns="91440" bIns="9144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5378" b="0" kern="1200" cap="none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headline or statement goes here. Lorem ipsum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2FA28723-837F-4B23-8CE8-02BE47FE281C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D25E3D-662E-44DF-8C74-92C87184BB0C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5CFFEF0-33F0-4F4C-BE34-F0CE8B9E61E9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BC086BCB-54AC-46CF-A349-82F2CB7DD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F622D00E-770D-4828-BB83-AF27DABC2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43E01C42-EE25-40F8-84CF-C03046F9A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F37FE27F-A44B-48E4-910C-3CA964009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79D3E226-DE3E-4BD8-98C8-FE8CA53A0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235353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rt City 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82">
            <a:extLst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5564471" y="1341710"/>
            <a:ext cx="6670910" cy="4075610"/>
          </a:xfrm>
          <a:prstGeom prst="rect">
            <a:avLst/>
          </a:prstGeom>
          <a:ln w="25400"/>
          <a:effectLst/>
        </p:spPr>
        <p:txBody>
          <a:bodyPr tIns="91440" bIns="9144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5378" b="0" kern="1200" cap="none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headline or statement goes here. Lorem ipsum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83A94EBF-98FE-4812-9A14-44279029264B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3D1922-F66C-4A65-BADA-585E83654932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2E3D91-19A9-47E1-A2D0-389742C55D2F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ACAB0B10-E424-4C5F-81CD-AE869D72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0F5701D1-A391-456C-8948-07FBBDD32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A0F9761-7943-4EDD-AD61-B82DDD42E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5C1A76E3-E547-459A-AA20-2A41DD1D59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468C635A-20C5-45ED-A75C-99F8C469D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2" name="Picture 21" descr="A view of a city&#10;&#10;Description automatically generated">
            <a:extLst>
              <a:ext uri="{FF2B5EF4-FFF2-40B4-BE49-F238E27FC236}">
                <a16:creationId xmlns:a16="http://schemas.microsoft.com/office/drawing/2014/main" id="{CB9ABCE8-B5F4-48BD-86CE-887669C5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0" y="83211"/>
            <a:ext cx="4807644" cy="714943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63BE673-EBB9-4511-BBA9-928E31D9C62B}"/>
              </a:ext>
            </a:extLst>
          </p:cNvPr>
          <p:cNvSpPr/>
          <p:nvPr userDrawn="1"/>
        </p:nvSpPr>
        <p:spPr>
          <a:xfrm flipV="1">
            <a:off x="-7204" y="83213"/>
            <a:ext cx="4807644" cy="2312117"/>
          </a:xfrm>
          <a:prstGeom prst="rect">
            <a:avLst/>
          </a:prstGeom>
          <a:gradFill flip="none" rotWithShape="1">
            <a:gsLst>
              <a:gs pos="3000">
                <a:schemeClr val="accent1">
                  <a:alpha val="41000"/>
                </a:schemeClr>
              </a:gs>
              <a:gs pos="70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4" name="Picture Placeholder 76">
            <a:extLst>
              <a:ext uri="{FF2B5EF4-FFF2-40B4-BE49-F238E27FC236}">
                <a16:creationId xmlns:a16="http://schemas.microsoft.com/office/drawing/2014/main" id="{994508B0-A33C-4CE0-B505-0D816FBBCF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9228" y="83212"/>
            <a:ext cx="4811624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</p:spTree>
    <p:extLst>
      <p:ext uri="{BB962C8B-B14F-4D97-AF65-F5344CB8AC3E}">
        <p14:creationId xmlns:p14="http://schemas.microsoft.com/office/powerpoint/2010/main" val="110489567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rt Home 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6" descr="A living room with a fireplace and a large window&#10;&#10;Description automatically generated">
            <a:extLst>
              <a:ext uri="{FF2B5EF4-FFF2-40B4-BE49-F238E27FC236}">
                <a16:creationId xmlns:a16="http://schemas.microsoft.com/office/drawing/2014/main" id="{6100B157-B5B3-46F6-B663-F4415621E7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4" y="83212"/>
            <a:ext cx="4809600" cy="714943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0A81B96-5386-44A4-B378-BF3D5A5F5174}"/>
              </a:ext>
            </a:extLst>
          </p:cNvPr>
          <p:cNvSpPr/>
          <p:nvPr userDrawn="1"/>
        </p:nvSpPr>
        <p:spPr>
          <a:xfrm rot="10800000" flipH="1">
            <a:off x="385763" y="83858"/>
            <a:ext cx="4425861" cy="7148792"/>
          </a:xfrm>
          <a:prstGeom prst="rect">
            <a:avLst/>
          </a:prstGeom>
          <a:gradFill flip="none" rotWithShape="1">
            <a:gsLst>
              <a:gs pos="3000">
                <a:schemeClr val="accent1">
                  <a:alpha val="38000"/>
                </a:schemeClr>
              </a:gs>
              <a:gs pos="34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7" name="Picture Placeholder 76">
            <a:extLst>
              <a:ext uri="{FF2B5EF4-FFF2-40B4-BE49-F238E27FC236}">
                <a16:creationId xmlns:a16="http://schemas.microsoft.com/office/drawing/2014/main" id="{792C26BF-6739-427A-A9E9-8A8A678B7C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4" y="83212"/>
            <a:ext cx="4809600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  <p:sp>
        <p:nvSpPr>
          <p:cNvPr id="37" name="Rectangle 182">
            <a:extLst>
              <a:ext uri="{FF2B5EF4-FFF2-40B4-BE49-F238E27FC236}">
                <a16:creationId xmlns:a16="http://schemas.microsoft.com/office/drawing/2014/main" id="{7F1551CC-56A8-4FFE-8188-6BBCFBC0D73C}"/>
              </a:ext>
            </a:extLst>
          </p:cNvPr>
          <p:cNvSpPr>
            <a:spLocks noGrp="1" noChangeArrowheads="1"/>
          </p:cNvSpPr>
          <p:nvPr>
            <p:ph type="ctrTitle" hasCustomPrompt="1"/>
          </p:nvPr>
        </p:nvSpPr>
        <p:spPr bwMode="blackWhite">
          <a:xfrm>
            <a:off x="5564471" y="1341710"/>
            <a:ext cx="6670910" cy="4075610"/>
          </a:xfrm>
          <a:prstGeom prst="rect">
            <a:avLst/>
          </a:prstGeom>
          <a:ln w="25400"/>
          <a:effectLst/>
        </p:spPr>
        <p:txBody>
          <a:bodyPr tIns="91440" bIns="9144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lang="en-US" sz="5378" b="0" kern="1200" cap="none" spc="-53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headline or statement goes here. Lorem ipsum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Slide Number Placeholder 1">
            <a:extLst>
              <a:ext uri="{FF2B5EF4-FFF2-40B4-BE49-F238E27FC236}">
                <a16:creationId xmlns:a16="http://schemas.microsoft.com/office/drawing/2014/main" id="{7D12FB66-22AA-4777-8CC2-F076131FE9DF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736F53-0FCF-4DF2-B88E-1DE0E43AA886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4A96C1-8B50-4A87-8923-04CE2B04CEAF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3247CA1E-AF86-49CC-A305-8195944FF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7CBFD072-C24E-4AF0-803E-E83E9025F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27821654-D521-4D2E-9557-169616963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766EDC3E-69CE-4032-9FB6-85216A191E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286022DB-6135-4077-A9E3-D3090DA26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60487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16364" y="436685"/>
            <a:ext cx="12050598" cy="6897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  <a:br>
              <a:rPr lang="en-US" dirty="0"/>
            </a:br>
            <a:r>
              <a:rPr lang="en-US" dirty="0"/>
              <a:t>second line title</a:t>
            </a: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416363" y="1216269"/>
            <a:ext cx="12050598" cy="492221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6958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416365" y="436685"/>
            <a:ext cx="12080733" cy="6897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6378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20857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416365" y="436685"/>
            <a:ext cx="12300842" cy="6897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5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416365" y="1216269"/>
            <a:ext cx="6167050" cy="4922219"/>
          </a:xfrm>
        </p:spPr>
        <p:txBody>
          <a:bodyPr/>
          <a:lstStyle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Text Placeholder 45"/>
          <p:cNvSpPr>
            <a:spLocks noGrp="1"/>
          </p:cNvSpPr>
          <p:nvPr>
            <p:ph type="body" sz="quarter" idx="11"/>
          </p:nvPr>
        </p:nvSpPr>
        <p:spPr>
          <a:xfrm>
            <a:off x="6583415" y="1216269"/>
            <a:ext cx="6167050" cy="4922219"/>
          </a:xfrm>
        </p:spPr>
        <p:txBody>
          <a:bodyPr/>
          <a:lstStyle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24060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A16C9-C041-49C5-AC50-D0FF3E5085DA}"/>
              </a:ext>
            </a:extLst>
          </p:cNvPr>
          <p:cNvSpPr/>
          <p:nvPr userDrawn="1"/>
        </p:nvSpPr>
        <p:spPr>
          <a:xfrm>
            <a:off x="0" y="6153151"/>
            <a:ext cx="12858750" cy="1079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53E47-1254-4AED-A541-BB7CE36A4C87}"/>
              </a:ext>
            </a:extLst>
          </p:cNvPr>
          <p:cNvSpPr/>
          <p:nvPr userDrawn="1"/>
        </p:nvSpPr>
        <p:spPr>
          <a:xfrm>
            <a:off x="0" y="1"/>
            <a:ext cx="12858750" cy="2302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26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987272" y="1723559"/>
            <a:ext cx="7392656" cy="2588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ts val="6328"/>
              </a:lnSpc>
              <a:spcBef>
                <a:spcPts val="0"/>
              </a:spcBef>
              <a:spcAft>
                <a:spcPct val="0"/>
              </a:spcAft>
              <a:defRPr lang="en-US" sz="5800" b="0" kern="1200" cap="none" spc="-53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Second Line Title</a:t>
            </a:r>
            <a:br>
              <a:rPr lang="en-US" dirty="0"/>
            </a:br>
            <a:r>
              <a:rPr lang="en-US" dirty="0"/>
              <a:t>Third Line Title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F788F4C-F3F1-4D1E-9E78-69BDCFEDEA0E}"/>
              </a:ext>
            </a:extLst>
          </p:cNvPr>
          <p:cNvSpPr txBox="1">
            <a:spLocks/>
          </p:cNvSpPr>
          <p:nvPr userDrawn="1"/>
        </p:nvSpPr>
        <p:spPr>
          <a:xfrm>
            <a:off x="7127179" y="6781127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A6489-F2EE-48AA-AF66-CF911B054E5B}"/>
              </a:ext>
            </a:extLst>
          </p:cNvPr>
          <p:cNvSpPr txBox="1"/>
          <p:nvPr userDrawn="1"/>
        </p:nvSpPr>
        <p:spPr>
          <a:xfrm>
            <a:off x="990899" y="6449354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9428A6-B4EA-426C-B5D6-7BF8255D0379}"/>
              </a:ext>
            </a:extLst>
          </p:cNvPr>
          <p:cNvGrpSpPr/>
          <p:nvPr userDrawn="1"/>
        </p:nvGrpSpPr>
        <p:grpSpPr>
          <a:xfrm>
            <a:off x="1" y="4571973"/>
            <a:ext cx="8379927" cy="62430"/>
            <a:chOff x="0" y="-1"/>
            <a:chExt cx="12190081" cy="135019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B1F641-A39F-419C-B874-36E8B4C70292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43CEE6-1108-4EA9-99ED-44930E6EC07C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6895F3-7204-48FF-A4F3-F08AE082612C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9838EC-325A-4D0A-BA69-5EBCA1E4E224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4AB4C98-DF4F-4361-A999-30FBA0566D0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E5D1333-9BCA-4D99-8B74-A5FD0A4B9B51}"/>
              </a:ext>
            </a:extLst>
          </p:cNvPr>
          <p:cNvSpPr/>
          <p:nvPr userDrawn="1"/>
        </p:nvSpPr>
        <p:spPr>
          <a:xfrm>
            <a:off x="10718973" y="0"/>
            <a:ext cx="2139777" cy="7232650"/>
          </a:xfrm>
          <a:prstGeom prst="rect">
            <a:avLst/>
          </a:prstGeom>
          <a:solidFill>
            <a:srgbClr val="50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9203C931-D801-4035-A8B2-0085615AC49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3963" y="5513789"/>
            <a:ext cx="1049796" cy="104973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2FB6ECD-AD16-4595-BDE1-ED612F049B15}"/>
              </a:ext>
            </a:extLst>
          </p:cNvPr>
          <p:cNvSpPr/>
          <p:nvPr userDrawn="1"/>
        </p:nvSpPr>
        <p:spPr>
          <a:xfrm>
            <a:off x="10518055" y="0"/>
            <a:ext cx="210965" cy="7232650"/>
          </a:xfrm>
          <a:prstGeom prst="rect">
            <a:avLst/>
          </a:prstGeom>
          <a:solidFill>
            <a:srgbClr val="2290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2870034E-F8DD-48DC-A066-E5AC17824E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158" y="5319528"/>
            <a:ext cx="5898268" cy="12932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9D6C17E-6427-4E15-BF87-030DEB8EE579}"/>
              </a:ext>
            </a:extLst>
          </p:cNvPr>
          <p:cNvSpPr txBox="1"/>
          <p:nvPr userDrawn="1"/>
        </p:nvSpPr>
        <p:spPr>
          <a:xfrm>
            <a:off x="990899" y="6711882"/>
            <a:ext cx="6136279" cy="362233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738" b="0" i="0" cap="all" spc="53" baseline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</p:spTree>
    <p:extLst>
      <p:ext uri="{BB962C8B-B14F-4D97-AF65-F5344CB8AC3E}">
        <p14:creationId xmlns:p14="http://schemas.microsoft.com/office/powerpoint/2010/main" val="339833847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A16C9-C041-49C5-AC50-D0FF3E5085DA}"/>
              </a:ext>
            </a:extLst>
          </p:cNvPr>
          <p:cNvSpPr/>
          <p:nvPr userDrawn="1"/>
        </p:nvSpPr>
        <p:spPr>
          <a:xfrm>
            <a:off x="0" y="6153151"/>
            <a:ext cx="12858750" cy="1079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53E47-1254-4AED-A541-BB7CE36A4C87}"/>
              </a:ext>
            </a:extLst>
          </p:cNvPr>
          <p:cNvSpPr/>
          <p:nvPr userDrawn="1"/>
        </p:nvSpPr>
        <p:spPr>
          <a:xfrm>
            <a:off x="0" y="1"/>
            <a:ext cx="12858750" cy="2302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66DA4-3842-41AB-A413-DA2CAB207332}"/>
              </a:ext>
            </a:extLst>
          </p:cNvPr>
          <p:cNvSpPr txBox="1"/>
          <p:nvPr userDrawn="1"/>
        </p:nvSpPr>
        <p:spPr>
          <a:xfrm>
            <a:off x="990899" y="6711882"/>
            <a:ext cx="6136279" cy="362233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738" b="0" i="0" cap="all" spc="53" baseline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F788F4C-F3F1-4D1E-9E78-69BDCFEDEA0E}"/>
              </a:ext>
            </a:extLst>
          </p:cNvPr>
          <p:cNvSpPr txBox="1">
            <a:spLocks/>
          </p:cNvSpPr>
          <p:nvPr userDrawn="1"/>
        </p:nvSpPr>
        <p:spPr>
          <a:xfrm>
            <a:off x="7127179" y="6781127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A6489-F2EE-48AA-AF66-CF911B054E5B}"/>
              </a:ext>
            </a:extLst>
          </p:cNvPr>
          <p:cNvSpPr txBox="1"/>
          <p:nvPr userDrawn="1"/>
        </p:nvSpPr>
        <p:spPr>
          <a:xfrm>
            <a:off x="990899" y="6449354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5DCA3A-3479-4CA4-B85C-C27090ADD0B2}"/>
              </a:ext>
            </a:extLst>
          </p:cNvPr>
          <p:cNvSpPr/>
          <p:nvPr userDrawn="1"/>
        </p:nvSpPr>
        <p:spPr>
          <a:xfrm>
            <a:off x="10718973" y="1"/>
            <a:ext cx="2139777" cy="7232649"/>
          </a:xfrm>
          <a:prstGeom prst="rect">
            <a:avLst/>
          </a:prstGeom>
          <a:solidFill>
            <a:srgbClr val="98B8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5A7B107C-1960-4D18-8903-018BBE08D6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3963" y="5513789"/>
            <a:ext cx="1049796" cy="1049738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ADADDD7-27DF-4F1B-AF83-2336CE552FBC}"/>
              </a:ext>
            </a:extLst>
          </p:cNvPr>
          <p:cNvSpPr/>
          <p:nvPr userDrawn="1"/>
        </p:nvSpPr>
        <p:spPr>
          <a:xfrm>
            <a:off x="10518055" y="0"/>
            <a:ext cx="210965" cy="7232650"/>
          </a:xfrm>
          <a:prstGeom prst="rect">
            <a:avLst/>
          </a:prstGeom>
          <a:solidFill>
            <a:srgbClr val="7F9B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15C90563-5E31-4BB6-A451-C74BBA9E275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158" y="5319528"/>
            <a:ext cx="5898268" cy="1293254"/>
          </a:xfrm>
          <a:prstGeom prst="rect">
            <a:avLst/>
          </a:prstGeom>
        </p:spPr>
      </p:pic>
      <p:sp>
        <p:nvSpPr>
          <p:cNvPr id="20" name="Rectangle 226">
            <a:extLst>
              <a:ext uri="{FF2B5EF4-FFF2-40B4-BE49-F238E27FC236}">
                <a16:creationId xmlns:a16="http://schemas.microsoft.com/office/drawing/2014/main" id="{B20325F3-D3B7-4667-B443-7A5E875CEFF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987272" y="1723559"/>
            <a:ext cx="7392656" cy="2588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ts val="6328"/>
              </a:lnSpc>
              <a:spcBef>
                <a:spcPts val="0"/>
              </a:spcBef>
              <a:spcAft>
                <a:spcPct val="0"/>
              </a:spcAft>
              <a:defRPr lang="en-US" sz="5800" b="0" kern="1200" cap="none" spc="-53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Second Line Title</a:t>
            </a:r>
            <a:br>
              <a:rPr lang="en-US" dirty="0"/>
            </a:br>
            <a:r>
              <a:rPr lang="en-US" dirty="0"/>
              <a:t>Third Line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A50CE8-C42A-40BE-B8BE-DD6BA74EC96D}"/>
              </a:ext>
            </a:extLst>
          </p:cNvPr>
          <p:cNvGrpSpPr/>
          <p:nvPr userDrawn="1"/>
        </p:nvGrpSpPr>
        <p:grpSpPr>
          <a:xfrm>
            <a:off x="1" y="4571973"/>
            <a:ext cx="8379927" cy="62430"/>
            <a:chOff x="0" y="-1"/>
            <a:chExt cx="12190081" cy="135019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79EEBE-0AA2-4B9F-8CA5-4EF66EBBF8CE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52E4ED-5154-481E-9CD9-E54F58D898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7FA421C-F569-4674-A016-EEEC0F3E71CF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98BED1-31EA-40EC-979E-CC6D43308799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A82CE24-80C3-4E10-AE08-C8E299AD93A9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449335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A16C9-C041-49C5-AC50-D0FF3E5085DA}"/>
              </a:ext>
            </a:extLst>
          </p:cNvPr>
          <p:cNvSpPr/>
          <p:nvPr userDrawn="1"/>
        </p:nvSpPr>
        <p:spPr>
          <a:xfrm>
            <a:off x="0" y="6153151"/>
            <a:ext cx="12858750" cy="1079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53E47-1254-4AED-A541-BB7CE36A4C87}"/>
              </a:ext>
            </a:extLst>
          </p:cNvPr>
          <p:cNvSpPr/>
          <p:nvPr userDrawn="1"/>
        </p:nvSpPr>
        <p:spPr>
          <a:xfrm>
            <a:off x="0" y="1"/>
            <a:ext cx="12858750" cy="2302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AF788F4C-F3F1-4D1E-9E78-69BDCFEDEA0E}"/>
              </a:ext>
            </a:extLst>
          </p:cNvPr>
          <p:cNvSpPr txBox="1">
            <a:spLocks/>
          </p:cNvSpPr>
          <p:nvPr userDrawn="1"/>
        </p:nvSpPr>
        <p:spPr>
          <a:xfrm>
            <a:off x="7127179" y="6781127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A6489-F2EE-48AA-AF66-CF911B054E5B}"/>
              </a:ext>
            </a:extLst>
          </p:cNvPr>
          <p:cNvSpPr txBox="1"/>
          <p:nvPr userDrawn="1"/>
        </p:nvSpPr>
        <p:spPr>
          <a:xfrm>
            <a:off x="990899" y="6449354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639A3C-5B99-4F0B-8C96-2711DE232E7A}"/>
              </a:ext>
            </a:extLst>
          </p:cNvPr>
          <p:cNvSpPr/>
          <p:nvPr userDrawn="1"/>
        </p:nvSpPr>
        <p:spPr>
          <a:xfrm>
            <a:off x="10718973" y="1"/>
            <a:ext cx="2139777" cy="7232649"/>
          </a:xfrm>
          <a:prstGeom prst="rect">
            <a:avLst/>
          </a:prstGeom>
          <a:solidFill>
            <a:srgbClr val="FF9B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B081DA00-9A65-4F43-BEC9-5D54EC6101E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63963" y="5513789"/>
            <a:ext cx="1049796" cy="104973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EA282F3-18EF-46C0-BE23-00B6F460489B}"/>
              </a:ext>
            </a:extLst>
          </p:cNvPr>
          <p:cNvSpPr/>
          <p:nvPr userDrawn="1"/>
        </p:nvSpPr>
        <p:spPr>
          <a:xfrm>
            <a:off x="10518055" y="0"/>
            <a:ext cx="210965" cy="7232650"/>
          </a:xfrm>
          <a:prstGeom prst="rect">
            <a:avLst/>
          </a:prstGeom>
          <a:solidFill>
            <a:srgbClr val="E68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D536963C-3E89-44A3-8B67-93A64F4E3DA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158" y="5319528"/>
            <a:ext cx="5898268" cy="12932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AE8EA48-8A72-4DFF-8F74-E81BDBAEF43A}"/>
              </a:ext>
            </a:extLst>
          </p:cNvPr>
          <p:cNvSpPr txBox="1"/>
          <p:nvPr userDrawn="1"/>
        </p:nvSpPr>
        <p:spPr>
          <a:xfrm>
            <a:off x="990899" y="6711882"/>
            <a:ext cx="6136279" cy="362233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l"/>
            <a:r>
              <a:rPr lang="en-US" sz="738" b="0" i="0" cap="all" spc="53" baseline="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  <p:sp>
        <p:nvSpPr>
          <p:cNvPr id="21" name="Rectangle 226">
            <a:extLst>
              <a:ext uri="{FF2B5EF4-FFF2-40B4-BE49-F238E27FC236}">
                <a16:creationId xmlns:a16="http://schemas.microsoft.com/office/drawing/2014/main" id="{9DDFC051-4C35-4AC2-A3C2-87EF3BE5ACC5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987272" y="1723559"/>
            <a:ext cx="7392656" cy="2588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ts val="6328"/>
              </a:lnSpc>
              <a:spcBef>
                <a:spcPts val="0"/>
              </a:spcBef>
              <a:spcAft>
                <a:spcPct val="0"/>
              </a:spcAft>
              <a:defRPr lang="en-US" sz="5800" b="0" kern="1200" cap="none" spc="-53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Second Line Title</a:t>
            </a:r>
            <a:br>
              <a:rPr lang="en-US" dirty="0"/>
            </a:br>
            <a:r>
              <a:rPr lang="en-US" dirty="0"/>
              <a:t>Third Line 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734B508-19CE-4E96-99FC-3DE740789F3D}"/>
              </a:ext>
            </a:extLst>
          </p:cNvPr>
          <p:cNvGrpSpPr/>
          <p:nvPr userDrawn="1"/>
        </p:nvGrpSpPr>
        <p:grpSpPr>
          <a:xfrm>
            <a:off x="1" y="4571973"/>
            <a:ext cx="8379927" cy="62430"/>
            <a:chOff x="0" y="-1"/>
            <a:chExt cx="12190081" cy="135019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7E3FE20-D5A7-49D4-9FC3-1C51497B1D95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BBDC35-DA26-42D8-B8AD-9BA7AB4CB70C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C061553-8252-4DB2-8E43-E8D8704C9A75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ECAB66-D623-4D2F-8EF9-FF10CEF71088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3960A1F-C2ED-40E3-8DD3-DC97CF1E1CAB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226204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, Imag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27385" y="455390"/>
            <a:ext cx="5151810" cy="6158347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5" name="Rectangle 226">
            <a:extLst>
              <a:ext uri="{FF2B5EF4-FFF2-40B4-BE49-F238E27FC236}">
                <a16:creationId xmlns:a16="http://schemas.microsoft.com/office/drawing/2014/main" id="{6D349D80-209D-4869-B663-DDBD96A271B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046408" y="455390"/>
            <a:ext cx="6527042" cy="14503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lang="en-US" sz="2426" b="1" kern="1200" cap="all" spc="221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rtl="0" fontAlgn="base">
              <a:lnSpc>
                <a:spcPct val="100000"/>
              </a:lnSpc>
              <a:spcBef>
                <a:spcPts val="1266"/>
              </a:spcBef>
              <a:spcAft>
                <a:spcPts val="79"/>
              </a:spcAft>
              <a:buClrTx/>
              <a:buSzPct val="80000"/>
              <a:buFontTx/>
              <a:buNone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Second Line Title Here</a:t>
            </a:r>
          </a:p>
        </p:txBody>
      </p:sp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F467A178-3F40-46AE-B142-7537AEFA63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46406" y="2065320"/>
            <a:ext cx="6527042" cy="4548417"/>
          </a:xfrm>
        </p:spPr>
        <p:txBody>
          <a:bodyPr/>
          <a:lstStyle>
            <a:lvl1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4197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BD3316-8C03-4E14-A26A-B573F6170B51}"/>
              </a:ext>
            </a:extLst>
          </p:cNvPr>
          <p:cNvSpPr/>
          <p:nvPr userDrawn="1"/>
        </p:nvSpPr>
        <p:spPr>
          <a:xfrm>
            <a:off x="1" y="6743277"/>
            <a:ext cx="6898186" cy="4893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5960566" cy="7259438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11CAFD9-C949-4672-8099-280A9D3A4A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83858"/>
            <a:ext cx="5960566" cy="7148792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82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143B65-FAC5-4D31-9319-78DB1093D45C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3F77FA-B6E2-422A-A9CA-B7D9CD063394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A4F3DD-51AF-4E21-AF3F-235370EFB9DD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D84D32-7C7C-420C-88C2-251264F588C4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32946DA-2B91-4542-A1A4-EEA43900A0DA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EA99CD9-05CA-4AC9-8CB5-B8AAB07C7B0A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Rectangle 226">
            <a:extLst>
              <a:ext uri="{FF2B5EF4-FFF2-40B4-BE49-F238E27FC236}">
                <a16:creationId xmlns:a16="http://schemas.microsoft.com/office/drawing/2014/main" id="{7F1B957F-4AD2-4311-BB34-8768EC6BB75D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409410" y="455390"/>
            <a:ext cx="6164040" cy="14503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lang="en-US" sz="2426" b="1" kern="1200" cap="all" spc="221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rtl="0" fontAlgn="base">
              <a:lnSpc>
                <a:spcPct val="100000"/>
              </a:lnSpc>
              <a:spcBef>
                <a:spcPts val="1266"/>
              </a:spcBef>
              <a:spcAft>
                <a:spcPts val="79"/>
              </a:spcAft>
              <a:buClrTx/>
              <a:buSzPct val="80000"/>
              <a:buFontTx/>
              <a:buNone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Second Line Title Here</a:t>
            </a:r>
          </a:p>
        </p:txBody>
      </p:sp>
      <p:sp>
        <p:nvSpPr>
          <p:cNvPr id="21" name="Text Placeholder 45">
            <a:extLst>
              <a:ext uri="{FF2B5EF4-FFF2-40B4-BE49-F238E27FC236}">
                <a16:creationId xmlns:a16="http://schemas.microsoft.com/office/drawing/2014/main" id="{839A5A7E-A866-43B0-9F76-EA26A619B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09408" y="2065320"/>
            <a:ext cx="6164040" cy="4548417"/>
          </a:xfrm>
        </p:spPr>
        <p:txBody>
          <a:bodyPr/>
          <a:lstStyle>
            <a:lvl1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42546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BD3316-8C03-4E14-A26A-B573F6170B51}"/>
              </a:ext>
            </a:extLst>
          </p:cNvPr>
          <p:cNvSpPr/>
          <p:nvPr userDrawn="1"/>
        </p:nvSpPr>
        <p:spPr>
          <a:xfrm>
            <a:off x="1" y="6743277"/>
            <a:ext cx="6898186" cy="4893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5960566" cy="723264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496598" y="1016726"/>
            <a:ext cx="5009155" cy="4693431"/>
          </a:xfrm>
        </p:spPr>
        <p:txBody>
          <a:bodyPr anchor="ctr">
            <a:normAutofit/>
          </a:bodyPr>
          <a:lstStyle>
            <a:lvl1pPr marL="0" indent="0">
              <a:spcBef>
                <a:spcPts val="1266"/>
              </a:spcBef>
              <a:buFontTx/>
              <a:buNone/>
              <a:defRPr sz="369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9138" indent="0">
              <a:spcBef>
                <a:spcPts val="1266"/>
              </a:spcBef>
              <a:buFontTx/>
              <a:buNone/>
              <a:defRPr/>
            </a:lvl2pPr>
            <a:lvl3pPr marL="359948" indent="0">
              <a:spcBef>
                <a:spcPts val="1266"/>
              </a:spcBef>
              <a:buFontTx/>
              <a:buNone/>
              <a:defRPr/>
            </a:lvl3pPr>
            <a:lvl4pPr marL="539085" indent="0">
              <a:spcBef>
                <a:spcPts val="1266"/>
              </a:spcBef>
              <a:buFontTx/>
              <a:buNone/>
              <a:defRPr/>
            </a:lvl4pPr>
            <a:lvl5pPr marL="726593" indent="0">
              <a:spcBef>
                <a:spcPts val="1266"/>
              </a:spcBef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9C1B87-6A8D-4C64-83AE-14D387F7CF23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EF9623-B990-4FC5-B3AF-ABCC21E73ED3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6F548F-1A42-4C2C-94CE-E08BCCAF458E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DD7377-0B81-4391-AF3B-45468D1DB841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372F4AB-7E8B-4283-9E7D-D13FB39EF1D1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2FAF1A-055B-442A-B4D3-7551731C83F3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814344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BD3316-8C03-4E14-A26A-B573F6170B51}"/>
              </a:ext>
            </a:extLst>
          </p:cNvPr>
          <p:cNvSpPr/>
          <p:nvPr userDrawn="1"/>
        </p:nvSpPr>
        <p:spPr>
          <a:xfrm>
            <a:off x="1" y="6743277"/>
            <a:ext cx="6898186" cy="4893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5960566" cy="723264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081D92BB-6197-48EF-BA05-DDD2BA2B9E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83858"/>
            <a:ext cx="5960566" cy="7148792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1582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6" name="Text Placeholder 45"/>
          <p:cNvSpPr>
            <a:spLocks noGrp="1"/>
          </p:cNvSpPr>
          <p:nvPr>
            <p:ph type="body" sz="quarter" idx="10"/>
          </p:nvPr>
        </p:nvSpPr>
        <p:spPr>
          <a:xfrm>
            <a:off x="6855652" y="1016726"/>
            <a:ext cx="5009155" cy="4693431"/>
          </a:xfrm>
        </p:spPr>
        <p:txBody>
          <a:bodyPr anchor="ctr">
            <a:normAutofit/>
          </a:bodyPr>
          <a:lstStyle>
            <a:lvl1pPr marL="0" indent="0">
              <a:spcBef>
                <a:spcPts val="1266"/>
              </a:spcBef>
              <a:buFontTx/>
              <a:buNone/>
              <a:defRPr sz="3691" spc="-53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79138" indent="0">
              <a:spcBef>
                <a:spcPts val="1266"/>
              </a:spcBef>
              <a:buFontTx/>
              <a:buNone/>
              <a:defRPr/>
            </a:lvl2pPr>
            <a:lvl3pPr marL="359948" indent="0">
              <a:spcBef>
                <a:spcPts val="1266"/>
              </a:spcBef>
              <a:buFontTx/>
              <a:buNone/>
              <a:defRPr/>
            </a:lvl3pPr>
            <a:lvl4pPr marL="539085" indent="0">
              <a:spcBef>
                <a:spcPts val="1266"/>
              </a:spcBef>
              <a:buFontTx/>
              <a:buNone/>
              <a:defRPr/>
            </a:lvl4pPr>
            <a:lvl5pPr marL="726593" indent="0">
              <a:spcBef>
                <a:spcPts val="1266"/>
              </a:spcBef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ACD430-9C72-4B6A-B10A-943F02048CDE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BF04E46-E2BA-4BD2-84A0-F679AAF5F474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7B0136C-860D-47DF-962F-5249914E9CAD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6A236E7-78E4-4C63-BF5E-44FD09CB7200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09FD2CF-0A88-4CC0-9792-A1832D08536B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AB9414-4DBB-4193-85F6-FF73EE339171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835812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858750" cy="664806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858750" cy="661787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n-US" sz="1582" cap="all" baseline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71000048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 tagli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-75471"/>
            <a:ext cx="12858750" cy="730812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1" y="-75471"/>
            <a:ext cx="12858749" cy="7308121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82" cap="all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403043735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08A7271-EAD5-41DA-A647-B52662CE3871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6998BE-D4A8-4E8F-9220-64B75E6ABA38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AEA3FA-932F-42AD-ABBD-14E9BA87D297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9991BE7-E792-4F0F-B8A2-3D9FCF1CD3BB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D0491D-8066-428E-9435-FA3684E23FA0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99A8192-CD11-4ECE-A1A1-EF3ACC047545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83A94EBF-98FE-4812-9A14-44279029264B}"/>
              </a:ext>
            </a:extLst>
          </p:cNvPr>
          <p:cNvSpPr txBox="1">
            <a:spLocks/>
          </p:cNvSpPr>
          <p:nvPr userDrawn="1"/>
        </p:nvSpPr>
        <p:spPr>
          <a:xfrm>
            <a:off x="10879679" y="6816286"/>
            <a:ext cx="629065" cy="292988"/>
          </a:xfrm>
          <a:prstGeom prst="rect">
            <a:avLst/>
          </a:prstGeom>
        </p:spPr>
        <p:txBody>
          <a:bodyPr vert="horz" lIns="72327" tIns="36163" rIns="72327" bIns="3616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b="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fld id="{9899D5D8-9A89-49C6-87E2-D5B81659BB09}" type="slidenum">
              <a:rPr lang="en-US" sz="1055" b="1" spc="316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55" b="1" spc="316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3D1922-F66C-4A65-BADA-585E83654932}"/>
              </a:ext>
            </a:extLst>
          </p:cNvPr>
          <p:cNvSpPr txBox="1"/>
          <p:nvPr userDrawn="1"/>
        </p:nvSpPr>
        <p:spPr>
          <a:xfrm>
            <a:off x="8206620" y="6769306"/>
            <a:ext cx="2732198" cy="32564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949" b="1" i="0" cap="all" spc="53" baseline="0" dirty="0" err="1">
                <a:solidFill>
                  <a:schemeClr val="tx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endParaRPr lang="en-US" sz="949" b="1" i="0" cap="all" spc="53" baseline="0" dirty="0">
              <a:solidFill>
                <a:schemeClr val="tx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12E3D91-19A9-47E1-A2D0-389742C55D2F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ACAB0B10-E424-4C5F-81CD-AE869D72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0F5701D1-A391-456C-8948-07FBBDD32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A0F9761-7943-4EDD-AD61-B82DDD42E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5C1A76E3-E547-459A-AA20-2A41DD1D59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468C635A-20C5-45ED-A75C-99F8C469D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2" name="Picture 21" descr="A view of a city&#10;&#10;Description automatically generated">
            <a:extLst>
              <a:ext uri="{FF2B5EF4-FFF2-40B4-BE49-F238E27FC236}">
                <a16:creationId xmlns:a16="http://schemas.microsoft.com/office/drawing/2014/main" id="{CB9ABCE8-B5F4-48BD-86CE-887669C5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80" y="83211"/>
            <a:ext cx="4807644" cy="714943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63BE673-EBB9-4511-BBA9-928E31D9C62B}"/>
              </a:ext>
            </a:extLst>
          </p:cNvPr>
          <p:cNvSpPr/>
          <p:nvPr userDrawn="1"/>
        </p:nvSpPr>
        <p:spPr>
          <a:xfrm flipV="1">
            <a:off x="-7204" y="83213"/>
            <a:ext cx="4807644" cy="2312117"/>
          </a:xfrm>
          <a:prstGeom prst="rect">
            <a:avLst/>
          </a:prstGeom>
          <a:gradFill flip="none" rotWithShape="1">
            <a:gsLst>
              <a:gs pos="3000">
                <a:schemeClr val="accent1">
                  <a:alpha val="41000"/>
                </a:schemeClr>
              </a:gs>
              <a:gs pos="7000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871" tIns="192871" rIns="192871" bIns="192871" rtlCol="0" anchor="t"/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4" name="Picture Placeholder 76">
            <a:extLst>
              <a:ext uri="{FF2B5EF4-FFF2-40B4-BE49-F238E27FC236}">
                <a16:creationId xmlns:a16="http://schemas.microsoft.com/office/drawing/2014/main" id="{994508B0-A33C-4CE0-B505-0D816FBBCF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9228" y="83212"/>
            <a:ext cx="4811624" cy="714943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582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Place Picture</a:t>
            </a:r>
          </a:p>
        </p:txBody>
      </p:sp>
      <p:sp>
        <p:nvSpPr>
          <p:cNvPr id="21" name="Rectangle 226">
            <a:extLst>
              <a:ext uri="{FF2B5EF4-FFF2-40B4-BE49-F238E27FC236}">
                <a16:creationId xmlns:a16="http://schemas.microsoft.com/office/drawing/2014/main" id="{7543CAAA-6F25-49A2-B44A-0CDA9741E0E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5698194" y="455390"/>
            <a:ext cx="6534878" cy="9375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lang="en-US" sz="2426" b="1" kern="1200" cap="all" spc="221" baseline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rtl="0" fontAlgn="base">
              <a:lnSpc>
                <a:spcPct val="100000"/>
              </a:lnSpc>
              <a:spcBef>
                <a:spcPts val="1266"/>
              </a:spcBef>
              <a:spcAft>
                <a:spcPts val="79"/>
              </a:spcAft>
              <a:buClrTx/>
              <a:buSzPct val="80000"/>
              <a:buFontTx/>
              <a:buNone/>
            </a:pPr>
            <a:r>
              <a:rPr lang="en-US" dirty="0"/>
              <a:t>OVERVIEW</a:t>
            </a:r>
          </a:p>
        </p:txBody>
      </p:sp>
      <p:sp>
        <p:nvSpPr>
          <p:cNvPr id="25" name="Text Placeholder 45">
            <a:extLst>
              <a:ext uri="{FF2B5EF4-FFF2-40B4-BE49-F238E27FC236}">
                <a16:creationId xmlns:a16="http://schemas.microsoft.com/office/drawing/2014/main" id="{94593C39-015D-4277-AF05-46464E652D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98192" y="1550530"/>
            <a:ext cx="6534878" cy="5063208"/>
          </a:xfrm>
        </p:spPr>
        <p:txBody>
          <a:bodyPr/>
          <a:lstStyle>
            <a:lvl1pPr marL="0" indent="0">
              <a:spcBef>
                <a:spcPts val="1266"/>
              </a:spcBef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1266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Line item one</a:t>
            </a:r>
          </a:p>
          <a:p>
            <a:pPr lvl="0"/>
            <a:r>
              <a:rPr lang="en-US" dirty="0"/>
              <a:t>Line item two</a:t>
            </a:r>
          </a:p>
          <a:p>
            <a:pPr lvl="0"/>
            <a:r>
              <a:rPr lang="en-US" dirty="0"/>
              <a:t>Line item three</a:t>
            </a:r>
          </a:p>
          <a:p>
            <a:pPr lvl="0"/>
            <a:r>
              <a:rPr lang="en-US" dirty="0"/>
              <a:t>Line item four</a:t>
            </a:r>
          </a:p>
          <a:p>
            <a:pPr lvl="0"/>
            <a:r>
              <a:rPr lang="en-US" dirty="0"/>
              <a:t>Line item five</a:t>
            </a:r>
          </a:p>
          <a:p>
            <a:pPr lvl="0"/>
            <a:r>
              <a:rPr lang="en-US" dirty="0"/>
              <a:t>Line item six</a:t>
            </a:r>
          </a:p>
        </p:txBody>
      </p:sp>
    </p:spTree>
    <p:extLst>
      <p:ext uri="{BB962C8B-B14F-4D97-AF65-F5344CB8AC3E}">
        <p14:creationId xmlns:p14="http://schemas.microsoft.com/office/powerpoint/2010/main" val="151171189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7344" y="1183677"/>
            <a:ext cx="9644063" cy="2518034"/>
          </a:xfrm>
        </p:spPr>
        <p:txBody>
          <a:bodyPr anchor="b"/>
          <a:lstStyle>
            <a:lvl1pPr algn="ctr">
              <a:defRPr sz="632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07344" y="3798816"/>
            <a:ext cx="9644063" cy="1746216"/>
          </a:xfrm>
        </p:spPr>
        <p:txBody>
          <a:bodyPr/>
          <a:lstStyle>
            <a:lvl1pPr marL="0" indent="0" algn="ctr">
              <a:buNone/>
              <a:defRPr sz="2531"/>
            </a:lvl1pPr>
            <a:lvl2pPr marL="482163" indent="0" algn="ctr">
              <a:buNone/>
              <a:defRPr sz="2109"/>
            </a:lvl2pPr>
            <a:lvl3pPr marL="964326" indent="0" algn="ctr">
              <a:buNone/>
              <a:defRPr sz="1898"/>
            </a:lvl3pPr>
            <a:lvl4pPr marL="1446489" indent="0" algn="ctr">
              <a:buNone/>
              <a:defRPr sz="1687"/>
            </a:lvl4pPr>
            <a:lvl5pPr marL="1928652" indent="0" algn="ctr">
              <a:buNone/>
              <a:defRPr sz="1687"/>
            </a:lvl5pPr>
            <a:lvl6pPr marL="2410816" indent="0" algn="ctr">
              <a:buNone/>
              <a:defRPr sz="1687"/>
            </a:lvl6pPr>
            <a:lvl7pPr marL="2892979" indent="0" algn="ctr">
              <a:buNone/>
              <a:defRPr sz="1687"/>
            </a:lvl7pPr>
            <a:lvl8pPr marL="3375142" indent="0" algn="ctr">
              <a:buNone/>
              <a:defRPr sz="1687"/>
            </a:lvl8pPr>
            <a:lvl9pPr marL="3857305" indent="0" algn="ctr">
              <a:buNone/>
              <a:defRPr sz="1687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2E40A-EEF0-41F9-A585-3E5AE712F64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8884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phic 44">
            <a:extLst>
              <a:ext uri="{FF2B5EF4-FFF2-40B4-BE49-F238E27FC236}">
                <a16:creationId xmlns:a16="http://schemas.microsoft.com/office/drawing/2014/main" id="{D06403FE-A5C1-4F8C-9DB3-87AD5BC911A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9259" y="1845683"/>
            <a:ext cx="11840232" cy="25960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1EFAB0-BF7B-486F-9F35-82AD1ED04BF1}"/>
              </a:ext>
            </a:extLst>
          </p:cNvPr>
          <p:cNvSpPr/>
          <p:nvPr userDrawn="1"/>
        </p:nvSpPr>
        <p:spPr>
          <a:xfrm>
            <a:off x="0" y="0"/>
            <a:ext cx="12858750" cy="64402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4EE5C-CBF1-48C2-9111-7AF141DC059D}"/>
              </a:ext>
            </a:extLst>
          </p:cNvPr>
          <p:cNvGrpSpPr/>
          <p:nvPr userDrawn="1"/>
        </p:nvGrpSpPr>
        <p:grpSpPr>
          <a:xfrm>
            <a:off x="3956476" y="1448570"/>
            <a:ext cx="4945800" cy="1781375"/>
            <a:chOff x="271463" y="2852738"/>
            <a:chExt cx="3190876" cy="1149350"/>
          </a:xfrm>
        </p:grpSpPr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80DC613D-8F28-4356-9AE2-4B01CAD6F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25389CD5-8A7A-4E07-8890-BA0951246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57CD6AE5-1C17-4916-ABDE-B2D11320C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985F11E2-F842-41CA-9AF1-5287558B50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B0E5ECB3-F85C-46BC-B46B-3B8A9FE93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3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81DB8D8-7921-42FD-BC22-C65AD4B022CA}"/>
              </a:ext>
            </a:extLst>
          </p:cNvPr>
          <p:cNvGrpSpPr/>
          <p:nvPr userDrawn="1"/>
        </p:nvGrpSpPr>
        <p:grpSpPr>
          <a:xfrm>
            <a:off x="3548715" y="4118958"/>
            <a:ext cx="5761322" cy="1091149"/>
            <a:chOff x="4252913" y="4551363"/>
            <a:chExt cx="7040562" cy="1333500"/>
          </a:xfrm>
        </p:grpSpPr>
        <p:sp>
          <p:nvSpPr>
            <p:cNvPr id="5" name="Rectangle 12">
              <a:extLst>
                <a:ext uri="{FF2B5EF4-FFF2-40B4-BE49-F238E27FC236}">
                  <a16:creationId xmlns:a16="http://schemas.microsoft.com/office/drawing/2014/main" id="{00CC96BC-4DA8-479D-87E6-C4E04952DE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252913" y="4551363"/>
              <a:ext cx="28575" cy="1333500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id="{6D87A060-163D-464D-9776-AB1C8145BC0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264900" y="4551363"/>
              <a:ext cx="28575" cy="1333500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178870DD-1F10-460E-BF01-C0295B1366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14875" y="4765676"/>
              <a:ext cx="250825" cy="396875"/>
            </a:xfrm>
            <a:custGeom>
              <a:avLst/>
              <a:gdLst>
                <a:gd name="T0" fmla="*/ 88 w 158"/>
                <a:gd name="T1" fmla="*/ 0 h 250"/>
                <a:gd name="T2" fmla="*/ 114 w 158"/>
                <a:gd name="T3" fmla="*/ 3 h 250"/>
                <a:gd name="T4" fmla="*/ 137 w 158"/>
                <a:gd name="T5" fmla="*/ 10 h 250"/>
                <a:gd name="T6" fmla="*/ 156 w 158"/>
                <a:gd name="T7" fmla="*/ 26 h 250"/>
                <a:gd name="T8" fmla="*/ 130 w 158"/>
                <a:gd name="T9" fmla="*/ 52 h 250"/>
                <a:gd name="T10" fmla="*/ 114 w 158"/>
                <a:gd name="T11" fmla="*/ 35 h 250"/>
                <a:gd name="T12" fmla="*/ 88 w 158"/>
                <a:gd name="T13" fmla="*/ 31 h 250"/>
                <a:gd name="T14" fmla="*/ 65 w 158"/>
                <a:gd name="T15" fmla="*/ 33 h 250"/>
                <a:gd name="T16" fmla="*/ 51 w 158"/>
                <a:gd name="T17" fmla="*/ 42 h 250"/>
                <a:gd name="T18" fmla="*/ 44 w 158"/>
                <a:gd name="T19" fmla="*/ 54 h 250"/>
                <a:gd name="T20" fmla="*/ 41 w 158"/>
                <a:gd name="T21" fmla="*/ 66 h 250"/>
                <a:gd name="T22" fmla="*/ 46 w 158"/>
                <a:gd name="T23" fmla="*/ 84 h 250"/>
                <a:gd name="T24" fmla="*/ 55 w 158"/>
                <a:gd name="T25" fmla="*/ 94 h 250"/>
                <a:gd name="T26" fmla="*/ 72 w 158"/>
                <a:gd name="T27" fmla="*/ 103 h 250"/>
                <a:gd name="T28" fmla="*/ 90 w 158"/>
                <a:gd name="T29" fmla="*/ 110 h 250"/>
                <a:gd name="T30" fmla="*/ 109 w 158"/>
                <a:gd name="T31" fmla="*/ 115 h 250"/>
                <a:gd name="T32" fmla="*/ 128 w 158"/>
                <a:gd name="T33" fmla="*/ 124 h 250"/>
                <a:gd name="T34" fmla="*/ 144 w 158"/>
                <a:gd name="T35" fmla="*/ 136 h 250"/>
                <a:gd name="T36" fmla="*/ 156 w 158"/>
                <a:gd name="T37" fmla="*/ 152 h 250"/>
                <a:gd name="T38" fmla="*/ 158 w 158"/>
                <a:gd name="T39" fmla="*/ 178 h 250"/>
                <a:gd name="T40" fmla="*/ 156 w 158"/>
                <a:gd name="T41" fmla="*/ 203 h 250"/>
                <a:gd name="T42" fmla="*/ 144 w 158"/>
                <a:gd name="T43" fmla="*/ 222 h 250"/>
                <a:gd name="T44" fmla="*/ 125 w 158"/>
                <a:gd name="T45" fmla="*/ 238 h 250"/>
                <a:gd name="T46" fmla="*/ 102 w 158"/>
                <a:gd name="T47" fmla="*/ 248 h 250"/>
                <a:gd name="T48" fmla="*/ 76 w 158"/>
                <a:gd name="T49" fmla="*/ 250 h 250"/>
                <a:gd name="T50" fmla="*/ 46 w 158"/>
                <a:gd name="T51" fmla="*/ 248 h 250"/>
                <a:gd name="T52" fmla="*/ 21 w 158"/>
                <a:gd name="T53" fmla="*/ 236 h 250"/>
                <a:gd name="T54" fmla="*/ 0 w 158"/>
                <a:gd name="T55" fmla="*/ 217 h 250"/>
                <a:gd name="T56" fmla="*/ 28 w 158"/>
                <a:gd name="T57" fmla="*/ 194 h 250"/>
                <a:gd name="T58" fmla="*/ 41 w 158"/>
                <a:gd name="T59" fmla="*/ 210 h 250"/>
                <a:gd name="T60" fmla="*/ 58 w 158"/>
                <a:gd name="T61" fmla="*/ 217 h 250"/>
                <a:gd name="T62" fmla="*/ 76 w 158"/>
                <a:gd name="T63" fmla="*/ 220 h 250"/>
                <a:gd name="T64" fmla="*/ 93 w 158"/>
                <a:gd name="T65" fmla="*/ 217 h 250"/>
                <a:gd name="T66" fmla="*/ 109 w 158"/>
                <a:gd name="T67" fmla="*/ 210 h 250"/>
                <a:gd name="T68" fmla="*/ 121 w 158"/>
                <a:gd name="T69" fmla="*/ 199 h 250"/>
                <a:gd name="T70" fmla="*/ 125 w 158"/>
                <a:gd name="T71" fmla="*/ 180 h 250"/>
                <a:gd name="T72" fmla="*/ 121 w 158"/>
                <a:gd name="T73" fmla="*/ 166 h 250"/>
                <a:gd name="T74" fmla="*/ 109 w 158"/>
                <a:gd name="T75" fmla="*/ 154 h 250"/>
                <a:gd name="T76" fmla="*/ 95 w 158"/>
                <a:gd name="T77" fmla="*/ 147 h 250"/>
                <a:gd name="T78" fmla="*/ 76 w 158"/>
                <a:gd name="T79" fmla="*/ 140 h 250"/>
                <a:gd name="T80" fmla="*/ 55 w 158"/>
                <a:gd name="T81" fmla="*/ 133 h 250"/>
                <a:gd name="T82" fmla="*/ 37 w 158"/>
                <a:gd name="T83" fmla="*/ 126 h 250"/>
                <a:gd name="T84" fmla="*/ 23 w 158"/>
                <a:gd name="T85" fmla="*/ 112 h 250"/>
                <a:gd name="T86" fmla="*/ 11 w 158"/>
                <a:gd name="T87" fmla="*/ 94 h 250"/>
                <a:gd name="T88" fmla="*/ 7 w 158"/>
                <a:gd name="T89" fmla="*/ 66 h 250"/>
                <a:gd name="T90" fmla="*/ 9 w 158"/>
                <a:gd name="T91" fmla="*/ 49 h 250"/>
                <a:gd name="T92" fmla="*/ 18 w 158"/>
                <a:gd name="T93" fmla="*/ 31 h 250"/>
                <a:gd name="T94" fmla="*/ 35 w 158"/>
                <a:gd name="T95" fmla="*/ 14 h 250"/>
                <a:gd name="T96" fmla="*/ 58 w 158"/>
                <a:gd name="T97" fmla="*/ 3 h 250"/>
                <a:gd name="T98" fmla="*/ 88 w 158"/>
                <a:gd name="T99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8" h="250">
                  <a:moveTo>
                    <a:pt x="88" y="0"/>
                  </a:moveTo>
                  <a:lnTo>
                    <a:pt x="114" y="3"/>
                  </a:lnTo>
                  <a:lnTo>
                    <a:pt x="137" y="10"/>
                  </a:lnTo>
                  <a:lnTo>
                    <a:pt x="156" y="26"/>
                  </a:lnTo>
                  <a:lnTo>
                    <a:pt x="130" y="52"/>
                  </a:lnTo>
                  <a:lnTo>
                    <a:pt x="114" y="35"/>
                  </a:lnTo>
                  <a:lnTo>
                    <a:pt x="88" y="31"/>
                  </a:lnTo>
                  <a:lnTo>
                    <a:pt x="65" y="33"/>
                  </a:lnTo>
                  <a:lnTo>
                    <a:pt x="51" y="42"/>
                  </a:lnTo>
                  <a:lnTo>
                    <a:pt x="44" y="54"/>
                  </a:lnTo>
                  <a:lnTo>
                    <a:pt x="41" y="66"/>
                  </a:lnTo>
                  <a:lnTo>
                    <a:pt x="46" y="84"/>
                  </a:lnTo>
                  <a:lnTo>
                    <a:pt x="55" y="94"/>
                  </a:lnTo>
                  <a:lnTo>
                    <a:pt x="72" y="103"/>
                  </a:lnTo>
                  <a:lnTo>
                    <a:pt x="90" y="110"/>
                  </a:lnTo>
                  <a:lnTo>
                    <a:pt x="109" y="115"/>
                  </a:lnTo>
                  <a:lnTo>
                    <a:pt x="128" y="124"/>
                  </a:lnTo>
                  <a:lnTo>
                    <a:pt x="144" y="136"/>
                  </a:lnTo>
                  <a:lnTo>
                    <a:pt x="156" y="152"/>
                  </a:lnTo>
                  <a:lnTo>
                    <a:pt x="158" y="178"/>
                  </a:lnTo>
                  <a:lnTo>
                    <a:pt x="156" y="203"/>
                  </a:lnTo>
                  <a:lnTo>
                    <a:pt x="144" y="222"/>
                  </a:lnTo>
                  <a:lnTo>
                    <a:pt x="125" y="238"/>
                  </a:lnTo>
                  <a:lnTo>
                    <a:pt x="102" y="248"/>
                  </a:lnTo>
                  <a:lnTo>
                    <a:pt x="76" y="250"/>
                  </a:lnTo>
                  <a:lnTo>
                    <a:pt x="46" y="248"/>
                  </a:lnTo>
                  <a:lnTo>
                    <a:pt x="21" y="236"/>
                  </a:lnTo>
                  <a:lnTo>
                    <a:pt x="0" y="217"/>
                  </a:lnTo>
                  <a:lnTo>
                    <a:pt x="28" y="194"/>
                  </a:lnTo>
                  <a:lnTo>
                    <a:pt x="41" y="210"/>
                  </a:lnTo>
                  <a:lnTo>
                    <a:pt x="58" y="217"/>
                  </a:lnTo>
                  <a:lnTo>
                    <a:pt x="76" y="220"/>
                  </a:lnTo>
                  <a:lnTo>
                    <a:pt x="93" y="217"/>
                  </a:lnTo>
                  <a:lnTo>
                    <a:pt x="109" y="210"/>
                  </a:lnTo>
                  <a:lnTo>
                    <a:pt x="121" y="199"/>
                  </a:lnTo>
                  <a:lnTo>
                    <a:pt x="125" y="180"/>
                  </a:lnTo>
                  <a:lnTo>
                    <a:pt x="121" y="166"/>
                  </a:lnTo>
                  <a:lnTo>
                    <a:pt x="109" y="154"/>
                  </a:lnTo>
                  <a:lnTo>
                    <a:pt x="95" y="147"/>
                  </a:lnTo>
                  <a:lnTo>
                    <a:pt x="76" y="140"/>
                  </a:lnTo>
                  <a:lnTo>
                    <a:pt x="55" y="133"/>
                  </a:lnTo>
                  <a:lnTo>
                    <a:pt x="37" y="126"/>
                  </a:lnTo>
                  <a:lnTo>
                    <a:pt x="23" y="112"/>
                  </a:lnTo>
                  <a:lnTo>
                    <a:pt x="11" y="94"/>
                  </a:lnTo>
                  <a:lnTo>
                    <a:pt x="7" y="66"/>
                  </a:lnTo>
                  <a:lnTo>
                    <a:pt x="9" y="49"/>
                  </a:lnTo>
                  <a:lnTo>
                    <a:pt x="18" y="31"/>
                  </a:lnTo>
                  <a:lnTo>
                    <a:pt x="35" y="14"/>
                  </a:lnTo>
                  <a:lnTo>
                    <a:pt x="58" y="3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Freeform 15">
              <a:extLst>
                <a:ext uri="{FF2B5EF4-FFF2-40B4-BE49-F238E27FC236}">
                  <a16:creationId xmlns:a16="http://schemas.microsoft.com/office/drawing/2014/main" id="{F79E3EF8-75A2-4972-91E3-048106FE4E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43488" y="4773613"/>
              <a:ext cx="254000" cy="381000"/>
            </a:xfrm>
            <a:custGeom>
              <a:avLst/>
              <a:gdLst>
                <a:gd name="T0" fmla="*/ 0 w 160"/>
                <a:gd name="T1" fmla="*/ 0 h 240"/>
                <a:gd name="T2" fmla="*/ 153 w 160"/>
                <a:gd name="T3" fmla="*/ 0 h 240"/>
                <a:gd name="T4" fmla="*/ 153 w 160"/>
                <a:gd name="T5" fmla="*/ 30 h 240"/>
                <a:gd name="T6" fmla="*/ 32 w 160"/>
                <a:gd name="T7" fmla="*/ 30 h 240"/>
                <a:gd name="T8" fmla="*/ 32 w 160"/>
                <a:gd name="T9" fmla="*/ 103 h 240"/>
                <a:gd name="T10" fmla="*/ 146 w 160"/>
                <a:gd name="T11" fmla="*/ 103 h 240"/>
                <a:gd name="T12" fmla="*/ 146 w 160"/>
                <a:gd name="T13" fmla="*/ 133 h 240"/>
                <a:gd name="T14" fmla="*/ 32 w 160"/>
                <a:gd name="T15" fmla="*/ 133 h 240"/>
                <a:gd name="T16" fmla="*/ 32 w 160"/>
                <a:gd name="T17" fmla="*/ 210 h 240"/>
                <a:gd name="T18" fmla="*/ 160 w 160"/>
                <a:gd name="T19" fmla="*/ 210 h 240"/>
                <a:gd name="T20" fmla="*/ 160 w 160"/>
                <a:gd name="T21" fmla="*/ 240 h 240"/>
                <a:gd name="T22" fmla="*/ 0 w 160"/>
                <a:gd name="T23" fmla="*/ 240 h 240"/>
                <a:gd name="T24" fmla="*/ 0 w 160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" h="240">
                  <a:moveTo>
                    <a:pt x="0" y="0"/>
                  </a:moveTo>
                  <a:lnTo>
                    <a:pt x="153" y="0"/>
                  </a:lnTo>
                  <a:lnTo>
                    <a:pt x="153" y="30"/>
                  </a:lnTo>
                  <a:lnTo>
                    <a:pt x="32" y="30"/>
                  </a:lnTo>
                  <a:lnTo>
                    <a:pt x="32" y="103"/>
                  </a:lnTo>
                  <a:lnTo>
                    <a:pt x="146" y="103"/>
                  </a:lnTo>
                  <a:lnTo>
                    <a:pt x="146" y="133"/>
                  </a:lnTo>
                  <a:lnTo>
                    <a:pt x="32" y="133"/>
                  </a:lnTo>
                  <a:lnTo>
                    <a:pt x="32" y="210"/>
                  </a:lnTo>
                  <a:lnTo>
                    <a:pt x="160" y="210"/>
                  </a:lnTo>
                  <a:lnTo>
                    <a:pt x="160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67DD1A5C-D1B9-46AF-924C-131E9060AB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35588" y="4765676"/>
              <a:ext cx="339725" cy="396875"/>
            </a:xfrm>
            <a:custGeom>
              <a:avLst/>
              <a:gdLst>
                <a:gd name="T0" fmla="*/ 125 w 214"/>
                <a:gd name="T1" fmla="*/ 0 h 250"/>
                <a:gd name="T2" fmla="*/ 156 w 214"/>
                <a:gd name="T3" fmla="*/ 3 h 250"/>
                <a:gd name="T4" fmla="*/ 186 w 214"/>
                <a:gd name="T5" fmla="*/ 17 h 250"/>
                <a:gd name="T6" fmla="*/ 209 w 214"/>
                <a:gd name="T7" fmla="*/ 38 h 250"/>
                <a:gd name="T8" fmla="*/ 181 w 214"/>
                <a:gd name="T9" fmla="*/ 56 h 250"/>
                <a:gd name="T10" fmla="*/ 165 w 214"/>
                <a:gd name="T11" fmla="*/ 42 h 250"/>
                <a:gd name="T12" fmla="*/ 146 w 214"/>
                <a:gd name="T13" fmla="*/ 33 h 250"/>
                <a:gd name="T14" fmla="*/ 123 w 214"/>
                <a:gd name="T15" fmla="*/ 31 h 250"/>
                <a:gd name="T16" fmla="*/ 95 w 214"/>
                <a:gd name="T17" fmla="*/ 35 h 250"/>
                <a:gd name="T18" fmla="*/ 69 w 214"/>
                <a:gd name="T19" fmla="*/ 49 h 250"/>
                <a:gd name="T20" fmla="*/ 51 w 214"/>
                <a:gd name="T21" fmla="*/ 70 h 250"/>
                <a:gd name="T22" fmla="*/ 39 w 214"/>
                <a:gd name="T23" fmla="*/ 96 h 250"/>
                <a:gd name="T24" fmla="*/ 34 w 214"/>
                <a:gd name="T25" fmla="*/ 126 h 250"/>
                <a:gd name="T26" fmla="*/ 39 w 214"/>
                <a:gd name="T27" fmla="*/ 157 h 250"/>
                <a:gd name="T28" fmla="*/ 51 w 214"/>
                <a:gd name="T29" fmla="*/ 182 h 250"/>
                <a:gd name="T30" fmla="*/ 69 w 214"/>
                <a:gd name="T31" fmla="*/ 201 h 250"/>
                <a:gd name="T32" fmla="*/ 93 w 214"/>
                <a:gd name="T33" fmla="*/ 215 h 250"/>
                <a:gd name="T34" fmla="*/ 123 w 214"/>
                <a:gd name="T35" fmla="*/ 220 h 250"/>
                <a:gd name="T36" fmla="*/ 149 w 214"/>
                <a:gd name="T37" fmla="*/ 217 h 250"/>
                <a:gd name="T38" fmla="*/ 169 w 214"/>
                <a:gd name="T39" fmla="*/ 206 h 250"/>
                <a:gd name="T40" fmla="*/ 186 w 214"/>
                <a:gd name="T41" fmla="*/ 189 h 250"/>
                <a:gd name="T42" fmla="*/ 214 w 214"/>
                <a:gd name="T43" fmla="*/ 208 h 250"/>
                <a:gd name="T44" fmla="*/ 207 w 214"/>
                <a:gd name="T45" fmla="*/ 217 h 250"/>
                <a:gd name="T46" fmla="*/ 195 w 214"/>
                <a:gd name="T47" fmla="*/ 229 h 250"/>
                <a:gd name="T48" fmla="*/ 176 w 214"/>
                <a:gd name="T49" fmla="*/ 238 h 250"/>
                <a:gd name="T50" fmla="*/ 153 w 214"/>
                <a:gd name="T51" fmla="*/ 248 h 250"/>
                <a:gd name="T52" fmla="*/ 123 w 214"/>
                <a:gd name="T53" fmla="*/ 250 h 250"/>
                <a:gd name="T54" fmla="*/ 88 w 214"/>
                <a:gd name="T55" fmla="*/ 245 h 250"/>
                <a:gd name="T56" fmla="*/ 58 w 214"/>
                <a:gd name="T57" fmla="*/ 231 h 250"/>
                <a:gd name="T58" fmla="*/ 32 w 214"/>
                <a:gd name="T59" fmla="*/ 213 h 250"/>
                <a:gd name="T60" fmla="*/ 16 w 214"/>
                <a:gd name="T61" fmla="*/ 187 h 250"/>
                <a:gd name="T62" fmla="*/ 4 w 214"/>
                <a:gd name="T63" fmla="*/ 157 h 250"/>
                <a:gd name="T64" fmla="*/ 0 w 214"/>
                <a:gd name="T65" fmla="*/ 126 h 250"/>
                <a:gd name="T66" fmla="*/ 7 w 214"/>
                <a:gd name="T67" fmla="*/ 84 h 250"/>
                <a:gd name="T68" fmla="*/ 23 w 214"/>
                <a:gd name="T69" fmla="*/ 49 h 250"/>
                <a:gd name="T70" fmla="*/ 48 w 214"/>
                <a:gd name="T71" fmla="*/ 24 h 250"/>
                <a:gd name="T72" fmla="*/ 83 w 214"/>
                <a:gd name="T73" fmla="*/ 5 h 250"/>
                <a:gd name="T74" fmla="*/ 125 w 214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4" h="250">
                  <a:moveTo>
                    <a:pt x="125" y="0"/>
                  </a:moveTo>
                  <a:lnTo>
                    <a:pt x="156" y="3"/>
                  </a:lnTo>
                  <a:lnTo>
                    <a:pt x="186" y="17"/>
                  </a:lnTo>
                  <a:lnTo>
                    <a:pt x="209" y="38"/>
                  </a:lnTo>
                  <a:lnTo>
                    <a:pt x="181" y="56"/>
                  </a:lnTo>
                  <a:lnTo>
                    <a:pt x="165" y="42"/>
                  </a:lnTo>
                  <a:lnTo>
                    <a:pt x="146" y="33"/>
                  </a:lnTo>
                  <a:lnTo>
                    <a:pt x="123" y="31"/>
                  </a:lnTo>
                  <a:lnTo>
                    <a:pt x="95" y="35"/>
                  </a:lnTo>
                  <a:lnTo>
                    <a:pt x="69" y="49"/>
                  </a:lnTo>
                  <a:lnTo>
                    <a:pt x="51" y="70"/>
                  </a:lnTo>
                  <a:lnTo>
                    <a:pt x="39" y="96"/>
                  </a:lnTo>
                  <a:lnTo>
                    <a:pt x="34" y="126"/>
                  </a:lnTo>
                  <a:lnTo>
                    <a:pt x="39" y="157"/>
                  </a:lnTo>
                  <a:lnTo>
                    <a:pt x="51" y="182"/>
                  </a:lnTo>
                  <a:lnTo>
                    <a:pt x="69" y="201"/>
                  </a:lnTo>
                  <a:lnTo>
                    <a:pt x="93" y="215"/>
                  </a:lnTo>
                  <a:lnTo>
                    <a:pt x="123" y="220"/>
                  </a:lnTo>
                  <a:lnTo>
                    <a:pt x="149" y="217"/>
                  </a:lnTo>
                  <a:lnTo>
                    <a:pt x="169" y="206"/>
                  </a:lnTo>
                  <a:lnTo>
                    <a:pt x="186" y="189"/>
                  </a:lnTo>
                  <a:lnTo>
                    <a:pt x="214" y="208"/>
                  </a:lnTo>
                  <a:lnTo>
                    <a:pt x="207" y="217"/>
                  </a:lnTo>
                  <a:lnTo>
                    <a:pt x="195" y="229"/>
                  </a:lnTo>
                  <a:lnTo>
                    <a:pt x="176" y="238"/>
                  </a:lnTo>
                  <a:lnTo>
                    <a:pt x="153" y="248"/>
                  </a:lnTo>
                  <a:lnTo>
                    <a:pt x="123" y="250"/>
                  </a:lnTo>
                  <a:lnTo>
                    <a:pt x="88" y="245"/>
                  </a:lnTo>
                  <a:lnTo>
                    <a:pt x="58" y="231"/>
                  </a:lnTo>
                  <a:lnTo>
                    <a:pt x="32" y="213"/>
                  </a:lnTo>
                  <a:lnTo>
                    <a:pt x="16" y="187"/>
                  </a:lnTo>
                  <a:lnTo>
                    <a:pt x="4" y="157"/>
                  </a:lnTo>
                  <a:lnTo>
                    <a:pt x="0" y="126"/>
                  </a:lnTo>
                  <a:lnTo>
                    <a:pt x="7" y="84"/>
                  </a:lnTo>
                  <a:lnTo>
                    <a:pt x="23" y="49"/>
                  </a:lnTo>
                  <a:lnTo>
                    <a:pt x="48" y="24"/>
                  </a:lnTo>
                  <a:lnTo>
                    <a:pt x="83" y="5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8DD091C3-AD23-4B73-B114-AAB4BAB7A4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19763" y="4773613"/>
              <a:ext cx="290513" cy="388938"/>
            </a:xfrm>
            <a:custGeom>
              <a:avLst/>
              <a:gdLst>
                <a:gd name="T0" fmla="*/ 0 w 183"/>
                <a:gd name="T1" fmla="*/ 0 h 245"/>
                <a:gd name="T2" fmla="*/ 32 w 183"/>
                <a:gd name="T3" fmla="*/ 0 h 245"/>
                <a:gd name="T4" fmla="*/ 32 w 183"/>
                <a:gd name="T5" fmla="*/ 147 h 245"/>
                <a:gd name="T6" fmla="*/ 35 w 183"/>
                <a:gd name="T7" fmla="*/ 166 h 245"/>
                <a:gd name="T8" fmla="*/ 39 w 183"/>
                <a:gd name="T9" fmla="*/ 184 h 245"/>
                <a:gd name="T10" fmla="*/ 51 w 183"/>
                <a:gd name="T11" fmla="*/ 201 h 245"/>
                <a:gd name="T12" fmla="*/ 67 w 183"/>
                <a:gd name="T13" fmla="*/ 212 h 245"/>
                <a:gd name="T14" fmla="*/ 93 w 183"/>
                <a:gd name="T15" fmla="*/ 215 h 245"/>
                <a:gd name="T16" fmla="*/ 116 w 183"/>
                <a:gd name="T17" fmla="*/ 212 h 245"/>
                <a:gd name="T18" fmla="*/ 132 w 183"/>
                <a:gd name="T19" fmla="*/ 201 h 245"/>
                <a:gd name="T20" fmla="*/ 144 w 183"/>
                <a:gd name="T21" fmla="*/ 184 h 245"/>
                <a:gd name="T22" fmla="*/ 151 w 183"/>
                <a:gd name="T23" fmla="*/ 166 h 245"/>
                <a:gd name="T24" fmla="*/ 151 w 183"/>
                <a:gd name="T25" fmla="*/ 147 h 245"/>
                <a:gd name="T26" fmla="*/ 151 w 183"/>
                <a:gd name="T27" fmla="*/ 0 h 245"/>
                <a:gd name="T28" fmla="*/ 183 w 183"/>
                <a:gd name="T29" fmla="*/ 0 h 245"/>
                <a:gd name="T30" fmla="*/ 183 w 183"/>
                <a:gd name="T31" fmla="*/ 152 h 245"/>
                <a:gd name="T32" fmla="*/ 179 w 183"/>
                <a:gd name="T33" fmla="*/ 184 h 245"/>
                <a:gd name="T34" fmla="*/ 167 w 183"/>
                <a:gd name="T35" fmla="*/ 210 h 245"/>
                <a:gd name="T36" fmla="*/ 146 w 183"/>
                <a:gd name="T37" fmla="*/ 229 h 245"/>
                <a:gd name="T38" fmla="*/ 121 w 183"/>
                <a:gd name="T39" fmla="*/ 240 h 245"/>
                <a:gd name="T40" fmla="*/ 93 w 183"/>
                <a:gd name="T41" fmla="*/ 245 h 245"/>
                <a:gd name="T42" fmla="*/ 62 w 183"/>
                <a:gd name="T43" fmla="*/ 240 h 245"/>
                <a:gd name="T44" fmla="*/ 37 w 183"/>
                <a:gd name="T45" fmla="*/ 229 h 245"/>
                <a:gd name="T46" fmla="*/ 16 w 183"/>
                <a:gd name="T47" fmla="*/ 210 h 245"/>
                <a:gd name="T48" fmla="*/ 4 w 183"/>
                <a:gd name="T49" fmla="*/ 184 h 245"/>
                <a:gd name="T50" fmla="*/ 0 w 183"/>
                <a:gd name="T51" fmla="*/ 152 h 245"/>
                <a:gd name="T52" fmla="*/ 0 w 183"/>
                <a:gd name="T5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3" h="245">
                  <a:moveTo>
                    <a:pt x="0" y="0"/>
                  </a:moveTo>
                  <a:lnTo>
                    <a:pt x="32" y="0"/>
                  </a:lnTo>
                  <a:lnTo>
                    <a:pt x="32" y="147"/>
                  </a:lnTo>
                  <a:lnTo>
                    <a:pt x="35" y="166"/>
                  </a:lnTo>
                  <a:lnTo>
                    <a:pt x="39" y="184"/>
                  </a:lnTo>
                  <a:lnTo>
                    <a:pt x="51" y="201"/>
                  </a:lnTo>
                  <a:lnTo>
                    <a:pt x="67" y="212"/>
                  </a:lnTo>
                  <a:lnTo>
                    <a:pt x="93" y="215"/>
                  </a:lnTo>
                  <a:lnTo>
                    <a:pt x="116" y="212"/>
                  </a:lnTo>
                  <a:lnTo>
                    <a:pt x="132" y="201"/>
                  </a:lnTo>
                  <a:lnTo>
                    <a:pt x="144" y="184"/>
                  </a:lnTo>
                  <a:lnTo>
                    <a:pt x="151" y="166"/>
                  </a:lnTo>
                  <a:lnTo>
                    <a:pt x="151" y="147"/>
                  </a:lnTo>
                  <a:lnTo>
                    <a:pt x="151" y="0"/>
                  </a:lnTo>
                  <a:lnTo>
                    <a:pt x="183" y="0"/>
                  </a:lnTo>
                  <a:lnTo>
                    <a:pt x="183" y="152"/>
                  </a:lnTo>
                  <a:lnTo>
                    <a:pt x="179" y="184"/>
                  </a:lnTo>
                  <a:lnTo>
                    <a:pt x="167" y="210"/>
                  </a:lnTo>
                  <a:lnTo>
                    <a:pt x="146" y="229"/>
                  </a:lnTo>
                  <a:lnTo>
                    <a:pt x="121" y="240"/>
                  </a:lnTo>
                  <a:lnTo>
                    <a:pt x="93" y="245"/>
                  </a:lnTo>
                  <a:lnTo>
                    <a:pt x="62" y="240"/>
                  </a:lnTo>
                  <a:lnTo>
                    <a:pt x="37" y="229"/>
                  </a:lnTo>
                  <a:lnTo>
                    <a:pt x="16" y="210"/>
                  </a:lnTo>
                  <a:lnTo>
                    <a:pt x="4" y="184"/>
                  </a:lnTo>
                  <a:lnTo>
                    <a:pt x="0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10EEE44F-F515-49DE-81E8-EF93A352EB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03938" y="4773613"/>
              <a:ext cx="269875" cy="381000"/>
            </a:xfrm>
            <a:custGeom>
              <a:avLst/>
              <a:gdLst>
                <a:gd name="T0" fmla="*/ 32 w 170"/>
                <a:gd name="T1" fmla="*/ 28 h 240"/>
                <a:gd name="T2" fmla="*/ 32 w 170"/>
                <a:gd name="T3" fmla="*/ 105 h 240"/>
                <a:gd name="T4" fmla="*/ 74 w 170"/>
                <a:gd name="T5" fmla="*/ 105 h 240"/>
                <a:gd name="T6" fmla="*/ 88 w 170"/>
                <a:gd name="T7" fmla="*/ 105 h 240"/>
                <a:gd name="T8" fmla="*/ 102 w 170"/>
                <a:gd name="T9" fmla="*/ 103 h 240"/>
                <a:gd name="T10" fmla="*/ 114 w 170"/>
                <a:gd name="T11" fmla="*/ 96 h 240"/>
                <a:gd name="T12" fmla="*/ 123 w 170"/>
                <a:gd name="T13" fmla="*/ 84 h 240"/>
                <a:gd name="T14" fmla="*/ 125 w 170"/>
                <a:gd name="T15" fmla="*/ 68 h 240"/>
                <a:gd name="T16" fmla="*/ 123 w 170"/>
                <a:gd name="T17" fmla="*/ 51 h 240"/>
                <a:gd name="T18" fmla="*/ 114 w 170"/>
                <a:gd name="T19" fmla="*/ 40 h 240"/>
                <a:gd name="T20" fmla="*/ 102 w 170"/>
                <a:gd name="T21" fmla="*/ 33 h 240"/>
                <a:gd name="T22" fmla="*/ 88 w 170"/>
                <a:gd name="T23" fmla="*/ 30 h 240"/>
                <a:gd name="T24" fmla="*/ 74 w 170"/>
                <a:gd name="T25" fmla="*/ 28 h 240"/>
                <a:gd name="T26" fmla="*/ 32 w 170"/>
                <a:gd name="T27" fmla="*/ 28 h 240"/>
                <a:gd name="T28" fmla="*/ 0 w 170"/>
                <a:gd name="T29" fmla="*/ 0 h 240"/>
                <a:gd name="T30" fmla="*/ 83 w 170"/>
                <a:gd name="T31" fmla="*/ 0 h 240"/>
                <a:gd name="T32" fmla="*/ 109 w 170"/>
                <a:gd name="T33" fmla="*/ 2 h 240"/>
                <a:gd name="T34" fmla="*/ 130 w 170"/>
                <a:gd name="T35" fmla="*/ 12 h 240"/>
                <a:gd name="T36" fmla="*/ 144 w 170"/>
                <a:gd name="T37" fmla="*/ 23 h 240"/>
                <a:gd name="T38" fmla="*/ 153 w 170"/>
                <a:gd name="T39" fmla="*/ 37 h 240"/>
                <a:gd name="T40" fmla="*/ 158 w 170"/>
                <a:gd name="T41" fmla="*/ 51 h 240"/>
                <a:gd name="T42" fmla="*/ 160 w 170"/>
                <a:gd name="T43" fmla="*/ 68 h 240"/>
                <a:gd name="T44" fmla="*/ 156 w 170"/>
                <a:gd name="T45" fmla="*/ 89 h 240"/>
                <a:gd name="T46" fmla="*/ 144 w 170"/>
                <a:gd name="T47" fmla="*/ 110 h 240"/>
                <a:gd name="T48" fmla="*/ 125 w 170"/>
                <a:gd name="T49" fmla="*/ 124 h 240"/>
                <a:gd name="T50" fmla="*/ 102 w 170"/>
                <a:gd name="T51" fmla="*/ 131 h 240"/>
                <a:gd name="T52" fmla="*/ 170 w 170"/>
                <a:gd name="T53" fmla="*/ 240 h 240"/>
                <a:gd name="T54" fmla="*/ 128 w 170"/>
                <a:gd name="T55" fmla="*/ 240 h 240"/>
                <a:gd name="T56" fmla="*/ 67 w 170"/>
                <a:gd name="T57" fmla="*/ 135 h 240"/>
                <a:gd name="T58" fmla="*/ 32 w 170"/>
                <a:gd name="T59" fmla="*/ 135 h 240"/>
                <a:gd name="T60" fmla="*/ 32 w 170"/>
                <a:gd name="T61" fmla="*/ 240 h 240"/>
                <a:gd name="T62" fmla="*/ 0 w 170"/>
                <a:gd name="T63" fmla="*/ 240 h 240"/>
                <a:gd name="T64" fmla="*/ 0 w 170"/>
                <a:gd name="T6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0">
                  <a:moveTo>
                    <a:pt x="32" y="28"/>
                  </a:moveTo>
                  <a:lnTo>
                    <a:pt x="32" y="105"/>
                  </a:lnTo>
                  <a:lnTo>
                    <a:pt x="74" y="105"/>
                  </a:lnTo>
                  <a:lnTo>
                    <a:pt x="88" y="105"/>
                  </a:lnTo>
                  <a:lnTo>
                    <a:pt x="102" y="103"/>
                  </a:lnTo>
                  <a:lnTo>
                    <a:pt x="114" y="96"/>
                  </a:lnTo>
                  <a:lnTo>
                    <a:pt x="123" y="84"/>
                  </a:lnTo>
                  <a:lnTo>
                    <a:pt x="125" y="68"/>
                  </a:lnTo>
                  <a:lnTo>
                    <a:pt x="123" y="51"/>
                  </a:lnTo>
                  <a:lnTo>
                    <a:pt x="114" y="40"/>
                  </a:lnTo>
                  <a:lnTo>
                    <a:pt x="102" y="33"/>
                  </a:lnTo>
                  <a:lnTo>
                    <a:pt x="88" y="30"/>
                  </a:lnTo>
                  <a:lnTo>
                    <a:pt x="74" y="28"/>
                  </a:lnTo>
                  <a:lnTo>
                    <a:pt x="32" y="28"/>
                  </a:lnTo>
                  <a:close/>
                  <a:moveTo>
                    <a:pt x="0" y="0"/>
                  </a:moveTo>
                  <a:lnTo>
                    <a:pt x="83" y="0"/>
                  </a:lnTo>
                  <a:lnTo>
                    <a:pt x="109" y="2"/>
                  </a:lnTo>
                  <a:lnTo>
                    <a:pt x="130" y="12"/>
                  </a:lnTo>
                  <a:lnTo>
                    <a:pt x="144" y="23"/>
                  </a:lnTo>
                  <a:lnTo>
                    <a:pt x="153" y="37"/>
                  </a:lnTo>
                  <a:lnTo>
                    <a:pt x="158" y="51"/>
                  </a:lnTo>
                  <a:lnTo>
                    <a:pt x="160" y="68"/>
                  </a:lnTo>
                  <a:lnTo>
                    <a:pt x="156" y="89"/>
                  </a:lnTo>
                  <a:lnTo>
                    <a:pt x="144" y="110"/>
                  </a:lnTo>
                  <a:lnTo>
                    <a:pt x="125" y="124"/>
                  </a:lnTo>
                  <a:lnTo>
                    <a:pt x="102" y="131"/>
                  </a:lnTo>
                  <a:lnTo>
                    <a:pt x="170" y="240"/>
                  </a:lnTo>
                  <a:lnTo>
                    <a:pt x="128" y="240"/>
                  </a:lnTo>
                  <a:lnTo>
                    <a:pt x="67" y="135"/>
                  </a:lnTo>
                  <a:lnTo>
                    <a:pt x="32" y="135"/>
                  </a:lnTo>
                  <a:lnTo>
                    <a:pt x="32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2348254D-B6B2-402C-86F4-3FEFA3F11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7788" y="4773613"/>
              <a:ext cx="255588" cy="381000"/>
            </a:xfrm>
            <a:custGeom>
              <a:avLst/>
              <a:gdLst>
                <a:gd name="T0" fmla="*/ 0 w 161"/>
                <a:gd name="T1" fmla="*/ 0 h 240"/>
                <a:gd name="T2" fmla="*/ 156 w 161"/>
                <a:gd name="T3" fmla="*/ 0 h 240"/>
                <a:gd name="T4" fmla="*/ 156 w 161"/>
                <a:gd name="T5" fmla="*/ 30 h 240"/>
                <a:gd name="T6" fmla="*/ 33 w 161"/>
                <a:gd name="T7" fmla="*/ 30 h 240"/>
                <a:gd name="T8" fmla="*/ 33 w 161"/>
                <a:gd name="T9" fmla="*/ 103 h 240"/>
                <a:gd name="T10" fmla="*/ 147 w 161"/>
                <a:gd name="T11" fmla="*/ 103 h 240"/>
                <a:gd name="T12" fmla="*/ 147 w 161"/>
                <a:gd name="T13" fmla="*/ 133 h 240"/>
                <a:gd name="T14" fmla="*/ 33 w 161"/>
                <a:gd name="T15" fmla="*/ 133 h 240"/>
                <a:gd name="T16" fmla="*/ 33 w 161"/>
                <a:gd name="T17" fmla="*/ 210 h 240"/>
                <a:gd name="T18" fmla="*/ 161 w 161"/>
                <a:gd name="T19" fmla="*/ 210 h 240"/>
                <a:gd name="T20" fmla="*/ 161 w 161"/>
                <a:gd name="T21" fmla="*/ 240 h 240"/>
                <a:gd name="T22" fmla="*/ 0 w 161"/>
                <a:gd name="T23" fmla="*/ 240 h 240"/>
                <a:gd name="T24" fmla="*/ 0 w 161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1" h="240">
                  <a:moveTo>
                    <a:pt x="0" y="0"/>
                  </a:moveTo>
                  <a:lnTo>
                    <a:pt x="156" y="0"/>
                  </a:lnTo>
                  <a:lnTo>
                    <a:pt x="156" y="30"/>
                  </a:lnTo>
                  <a:lnTo>
                    <a:pt x="33" y="30"/>
                  </a:lnTo>
                  <a:lnTo>
                    <a:pt x="33" y="103"/>
                  </a:lnTo>
                  <a:lnTo>
                    <a:pt x="147" y="103"/>
                  </a:lnTo>
                  <a:lnTo>
                    <a:pt x="147" y="133"/>
                  </a:lnTo>
                  <a:lnTo>
                    <a:pt x="33" y="133"/>
                  </a:lnTo>
                  <a:lnTo>
                    <a:pt x="33" y="210"/>
                  </a:lnTo>
                  <a:lnTo>
                    <a:pt x="161" y="210"/>
                  </a:lnTo>
                  <a:lnTo>
                    <a:pt x="161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08DE6A05-C7BC-441B-ACBB-A718E14E9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3400" y="4765676"/>
              <a:ext cx="334963" cy="396875"/>
            </a:xfrm>
            <a:custGeom>
              <a:avLst/>
              <a:gdLst>
                <a:gd name="T0" fmla="*/ 123 w 211"/>
                <a:gd name="T1" fmla="*/ 0 h 250"/>
                <a:gd name="T2" fmla="*/ 156 w 211"/>
                <a:gd name="T3" fmla="*/ 3 h 250"/>
                <a:gd name="T4" fmla="*/ 184 w 211"/>
                <a:gd name="T5" fmla="*/ 17 h 250"/>
                <a:gd name="T6" fmla="*/ 207 w 211"/>
                <a:gd name="T7" fmla="*/ 38 h 250"/>
                <a:gd name="T8" fmla="*/ 181 w 211"/>
                <a:gd name="T9" fmla="*/ 56 h 250"/>
                <a:gd name="T10" fmla="*/ 165 w 211"/>
                <a:gd name="T11" fmla="*/ 42 h 250"/>
                <a:gd name="T12" fmla="*/ 144 w 211"/>
                <a:gd name="T13" fmla="*/ 33 h 250"/>
                <a:gd name="T14" fmla="*/ 123 w 211"/>
                <a:gd name="T15" fmla="*/ 31 h 250"/>
                <a:gd name="T16" fmla="*/ 93 w 211"/>
                <a:gd name="T17" fmla="*/ 35 h 250"/>
                <a:gd name="T18" fmla="*/ 67 w 211"/>
                <a:gd name="T19" fmla="*/ 49 h 250"/>
                <a:gd name="T20" fmla="*/ 49 w 211"/>
                <a:gd name="T21" fmla="*/ 70 h 250"/>
                <a:gd name="T22" fmla="*/ 37 w 211"/>
                <a:gd name="T23" fmla="*/ 96 h 250"/>
                <a:gd name="T24" fmla="*/ 35 w 211"/>
                <a:gd name="T25" fmla="*/ 126 h 250"/>
                <a:gd name="T26" fmla="*/ 37 w 211"/>
                <a:gd name="T27" fmla="*/ 157 h 250"/>
                <a:gd name="T28" fmla="*/ 49 w 211"/>
                <a:gd name="T29" fmla="*/ 182 h 250"/>
                <a:gd name="T30" fmla="*/ 67 w 211"/>
                <a:gd name="T31" fmla="*/ 201 h 250"/>
                <a:gd name="T32" fmla="*/ 93 w 211"/>
                <a:gd name="T33" fmla="*/ 215 h 250"/>
                <a:gd name="T34" fmla="*/ 123 w 211"/>
                <a:gd name="T35" fmla="*/ 220 h 250"/>
                <a:gd name="T36" fmla="*/ 149 w 211"/>
                <a:gd name="T37" fmla="*/ 217 h 250"/>
                <a:gd name="T38" fmla="*/ 170 w 211"/>
                <a:gd name="T39" fmla="*/ 206 h 250"/>
                <a:gd name="T40" fmla="*/ 186 w 211"/>
                <a:gd name="T41" fmla="*/ 189 h 250"/>
                <a:gd name="T42" fmla="*/ 211 w 211"/>
                <a:gd name="T43" fmla="*/ 208 h 250"/>
                <a:gd name="T44" fmla="*/ 205 w 211"/>
                <a:gd name="T45" fmla="*/ 217 h 250"/>
                <a:gd name="T46" fmla="*/ 193 w 211"/>
                <a:gd name="T47" fmla="*/ 229 h 250"/>
                <a:gd name="T48" fmla="*/ 174 w 211"/>
                <a:gd name="T49" fmla="*/ 238 h 250"/>
                <a:gd name="T50" fmla="*/ 151 w 211"/>
                <a:gd name="T51" fmla="*/ 248 h 250"/>
                <a:gd name="T52" fmla="*/ 121 w 211"/>
                <a:gd name="T53" fmla="*/ 250 h 250"/>
                <a:gd name="T54" fmla="*/ 86 w 211"/>
                <a:gd name="T55" fmla="*/ 245 h 250"/>
                <a:gd name="T56" fmla="*/ 56 w 211"/>
                <a:gd name="T57" fmla="*/ 231 h 250"/>
                <a:gd name="T58" fmla="*/ 32 w 211"/>
                <a:gd name="T59" fmla="*/ 213 h 250"/>
                <a:gd name="T60" fmla="*/ 14 w 211"/>
                <a:gd name="T61" fmla="*/ 187 h 250"/>
                <a:gd name="T62" fmla="*/ 2 w 211"/>
                <a:gd name="T63" fmla="*/ 157 h 250"/>
                <a:gd name="T64" fmla="*/ 0 w 211"/>
                <a:gd name="T65" fmla="*/ 126 h 250"/>
                <a:gd name="T66" fmla="*/ 4 w 211"/>
                <a:gd name="T67" fmla="*/ 84 h 250"/>
                <a:gd name="T68" fmla="*/ 21 w 211"/>
                <a:gd name="T69" fmla="*/ 49 h 250"/>
                <a:gd name="T70" fmla="*/ 49 w 211"/>
                <a:gd name="T71" fmla="*/ 24 h 250"/>
                <a:gd name="T72" fmla="*/ 83 w 211"/>
                <a:gd name="T73" fmla="*/ 5 h 250"/>
                <a:gd name="T74" fmla="*/ 123 w 21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1" h="250">
                  <a:moveTo>
                    <a:pt x="123" y="0"/>
                  </a:moveTo>
                  <a:lnTo>
                    <a:pt x="156" y="3"/>
                  </a:lnTo>
                  <a:lnTo>
                    <a:pt x="184" y="17"/>
                  </a:lnTo>
                  <a:lnTo>
                    <a:pt x="207" y="38"/>
                  </a:lnTo>
                  <a:lnTo>
                    <a:pt x="181" y="56"/>
                  </a:lnTo>
                  <a:lnTo>
                    <a:pt x="165" y="42"/>
                  </a:lnTo>
                  <a:lnTo>
                    <a:pt x="144" y="33"/>
                  </a:lnTo>
                  <a:lnTo>
                    <a:pt x="123" y="31"/>
                  </a:lnTo>
                  <a:lnTo>
                    <a:pt x="93" y="35"/>
                  </a:lnTo>
                  <a:lnTo>
                    <a:pt x="67" y="49"/>
                  </a:lnTo>
                  <a:lnTo>
                    <a:pt x="49" y="70"/>
                  </a:lnTo>
                  <a:lnTo>
                    <a:pt x="37" y="96"/>
                  </a:lnTo>
                  <a:lnTo>
                    <a:pt x="35" y="126"/>
                  </a:lnTo>
                  <a:lnTo>
                    <a:pt x="37" y="157"/>
                  </a:lnTo>
                  <a:lnTo>
                    <a:pt x="49" y="182"/>
                  </a:lnTo>
                  <a:lnTo>
                    <a:pt x="67" y="201"/>
                  </a:lnTo>
                  <a:lnTo>
                    <a:pt x="93" y="215"/>
                  </a:lnTo>
                  <a:lnTo>
                    <a:pt x="123" y="220"/>
                  </a:lnTo>
                  <a:lnTo>
                    <a:pt x="149" y="217"/>
                  </a:lnTo>
                  <a:lnTo>
                    <a:pt x="170" y="206"/>
                  </a:lnTo>
                  <a:lnTo>
                    <a:pt x="186" y="189"/>
                  </a:lnTo>
                  <a:lnTo>
                    <a:pt x="211" y="208"/>
                  </a:lnTo>
                  <a:lnTo>
                    <a:pt x="205" y="217"/>
                  </a:lnTo>
                  <a:lnTo>
                    <a:pt x="193" y="229"/>
                  </a:lnTo>
                  <a:lnTo>
                    <a:pt x="174" y="238"/>
                  </a:lnTo>
                  <a:lnTo>
                    <a:pt x="151" y="248"/>
                  </a:lnTo>
                  <a:lnTo>
                    <a:pt x="121" y="250"/>
                  </a:lnTo>
                  <a:lnTo>
                    <a:pt x="86" y="245"/>
                  </a:lnTo>
                  <a:lnTo>
                    <a:pt x="56" y="231"/>
                  </a:lnTo>
                  <a:lnTo>
                    <a:pt x="32" y="213"/>
                  </a:lnTo>
                  <a:lnTo>
                    <a:pt x="14" y="187"/>
                  </a:lnTo>
                  <a:lnTo>
                    <a:pt x="2" y="157"/>
                  </a:lnTo>
                  <a:lnTo>
                    <a:pt x="0" y="126"/>
                  </a:lnTo>
                  <a:lnTo>
                    <a:pt x="4" y="84"/>
                  </a:lnTo>
                  <a:lnTo>
                    <a:pt x="21" y="49"/>
                  </a:lnTo>
                  <a:lnTo>
                    <a:pt x="49" y="24"/>
                  </a:lnTo>
                  <a:lnTo>
                    <a:pt x="83" y="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3263EE2E-385D-4439-9F23-2DD8CC79C0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48525" y="4765676"/>
              <a:ext cx="395288" cy="396875"/>
            </a:xfrm>
            <a:custGeom>
              <a:avLst/>
              <a:gdLst>
                <a:gd name="T0" fmla="*/ 123 w 249"/>
                <a:gd name="T1" fmla="*/ 31 h 250"/>
                <a:gd name="T2" fmla="*/ 93 w 249"/>
                <a:gd name="T3" fmla="*/ 35 h 250"/>
                <a:gd name="T4" fmla="*/ 70 w 249"/>
                <a:gd name="T5" fmla="*/ 49 h 250"/>
                <a:gd name="T6" fmla="*/ 49 w 249"/>
                <a:gd name="T7" fmla="*/ 68 h 250"/>
                <a:gd name="T8" fmla="*/ 37 w 249"/>
                <a:gd name="T9" fmla="*/ 96 h 250"/>
                <a:gd name="T10" fmla="*/ 35 w 249"/>
                <a:gd name="T11" fmla="*/ 124 h 250"/>
                <a:gd name="T12" fmla="*/ 37 w 249"/>
                <a:gd name="T13" fmla="*/ 154 h 250"/>
                <a:gd name="T14" fmla="*/ 49 w 249"/>
                <a:gd name="T15" fmla="*/ 182 h 250"/>
                <a:gd name="T16" fmla="*/ 70 w 249"/>
                <a:gd name="T17" fmla="*/ 201 h 250"/>
                <a:gd name="T18" fmla="*/ 93 w 249"/>
                <a:gd name="T19" fmla="*/ 215 h 250"/>
                <a:gd name="T20" fmla="*/ 123 w 249"/>
                <a:gd name="T21" fmla="*/ 220 h 250"/>
                <a:gd name="T22" fmla="*/ 154 w 249"/>
                <a:gd name="T23" fmla="*/ 215 h 250"/>
                <a:gd name="T24" fmla="*/ 179 w 249"/>
                <a:gd name="T25" fmla="*/ 201 h 250"/>
                <a:gd name="T26" fmla="*/ 198 w 249"/>
                <a:gd name="T27" fmla="*/ 182 h 250"/>
                <a:gd name="T28" fmla="*/ 210 w 249"/>
                <a:gd name="T29" fmla="*/ 154 h 250"/>
                <a:gd name="T30" fmla="*/ 214 w 249"/>
                <a:gd name="T31" fmla="*/ 124 h 250"/>
                <a:gd name="T32" fmla="*/ 210 w 249"/>
                <a:gd name="T33" fmla="*/ 96 h 250"/>
                <a:gd name="T34" fmla="*/ 198 w 249"/>
                <a:gd name="T35" fmla="*/ 68 h 250"/>
                <a:gd name="T36" fmla="*/ 179 w 249"/>
                <a:gd name="T37" fmla="*/ 49 h 250"/>
                <a:gd name="T38" fmla="*/ 154 w 249"/>
                <a:gd name="T39" fmla="*/ 35 h 250"/>
                <a:gd name="T40" fmla="*/ 123 w 249"/>
                <a:gd name="T41" fmla="*/ 31 h 250"/>
                <a:gd name="T42" fmla="*/ 123 w 249"/>
                <a:gd name="T43" fmla="*/ 0 h 250"/>
                <a:gd name="T44" fmla="*/ 165 w 249"/>
                <a:gd name="T45" fmla="*/ 5 h 250"/>
                <a:gd name="T46" fmla="*/ 200 w 249"/>
                <a:gd name="T47" fmla="*/ 24 h 250"/>
                <a:gd name="T48" fmla="*/ 226 w 249"/>
                <a:gd name="T49" fmla="*/ 49 h 250"/>
                <a:gd name="T50" fmla="*/ 242 w 249"/>
                <a:gd name="T51" fmla="*/ 84 h 250"/>
                <a:gd name="T52" fmla="*/ 249 w 249"/>
                <a:gd name="T53" fmla="*/ 124 h 250"/>
                <a:gd name="T54" fmla="*/ 242 w 249"/>
                <a:gd name="T55" fmla="*/ 166 h 250"/>
                <a:gd name="T56" fmla="*/ 226 w 249"/>
                <a:gd name="T57" fmla="*/ 201 h 250"/>
                <a:gd name="T58" fmla="*/ 200 w 249"/>
                <a:gd name="T59" fmla="*/ 227 h 250"/>
                <a:gd name="T60" fmla="*/ 165 w 249"/>
                <a:gd name="T61" fmla="*/ 245 h 250"/>
                <a:gd name="T62" fmla="*/ 123 w 249"/>
                <a:gd name="T63" fmla="*/ 250 h 250"/>
                <a:gd name="T64" fmla="*/ 84 w 249"/>
                <a:gd name="T65" fmla="*/ 245 h 250"/>
                <a:gd name="T66" fmla="*/ 49 w 249"/>
                <a:gd name="T67" fmla="*/ 227 h 250"/>
                <a:gd name="T68" fmla="*/ 23 w 249"/>
                <a:gd name="T69" fmla="*/ 201 h 250"/>
                <a:gd name="T70" fmla="*/ 5 w 249"/>
                <a:gd name="T71" fmla="*/ 166 h 250"/>
                <a:gd name="T72" fmla="*/ 0 w 249"/>
                <a:gd name="T73" fmla="*/ 124 h 250"/>
                <a:gd name="T74" fmla="*/ 5 w 249"/>
                <a:gd name="T75" fmla="*/ 84 h 250"/>
                <a:gd name="T76" fmla="*/ 23 w 249"/>
                <a:gd name="T77" fmla="*/ 49 h 250"/>
                <a:gd name="T78" fmla="*/ 49 w 249"/>
                <a:gd name="T79" fmla="*/ 24 h 250"/>
                <a:gd name="T80" fmla="*/ 84 w 249"/>
                <a:gd name="T81" fmla="*/ 5 h 250"/>
                <a:gd name="T82" fmla="*/ 123 w 249"/>
                <a:gd name="T8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50">
                  <a:moveTo>
                    <a:pt x="123" y="31"/>
                  </a:moveTo>
                  <a:lnTo>
                    <a:pt x="93" y="35"/>
                  </a:lnTo>
                  <a:lnTo>
                    <a:pt x="70" y="49"/>
                  </a:lnTo>
                  <a:lnTo>
                    <a:pt x="49" y="68"/>
                  </a:lnTo>
                  <a:lnTo>
                    <a:pt x="37" y="96"/>
                  </a:lnTo>
                  <a:lnTo>
                    <a:pt x="35" y="124"/>
                  </a:lnTo>
                  <a:lnTo>
                    <a:pt x="37" y="154"/>
                  </a:lnTo>
                  <a:lnTo>
                    <a:pt x="49" y="182"/>
                  </a:lnTo>
                  <a:lnTo>
                    <a:pt x="70" y="201"/>
                  </a:lnTo>
                  <a:lnTo>
                    <a:pt x="93" y="215"/>
                  </a:lnTo>
                  <a:lnTo>
                    <a:pt x="123" y="220"/>
                  </a:lnTo>
                  <a:lnTo>
                    <a:pt x="154" y="215"/>
                  </a:lnTo>
                  <a:lnTo>
                    <a:pt x="179" y="201"/>
                  </a:lnTo>
                  <a:lnTo>
                    <a:pt x="198" y="182"/>
                  </a:lnTo>
                  <a:lnTo>
                    <a:pt x="210" y="154"/>
                  </a:lnTo>
                  <a:lnTo>
                    <a:pt x="214" y="124"/>
                  </a:lnTo>
                  <a:lnTo>
                    <a:pt x="210" y="96"/>
                  </a:lnTo>
                  <a:lnTo>
                    <a:pt x="198" y="68"/>
                  </a:lnTo>
                  <a:lnTo>
                    <a:pt x="179" y="49"/>
                  </a:lnTo>
                  <a:lnTo>
                    <a:pt x="154" y="35"/>
                  </a:lnTo>
                  <a:lnTo>
                    <a:pt x="123" y="31"/>
                  </a:lnTo>
                  <a:close/>
                  <a:moveTo>
                    <a:pt x="123" y="0"/>
                  </a:moveTo>
                  <a:lnTo>
                    <a:pt x="165" y="5"/>
                  </a:lnTo>
                  <a:lnTo>
                    <a:pt x="200" y="24"/>
                  </a:lnTo>
                  <a:lnTo>
                    <a:pt x="226" y="49"/>
                  </a:lnTo>
                  <a:lnTo>
                    <a:pt x="242" y="84"/>
                  </a:lnTo>
                  <a:lnTo>
                    <a:pt x="249" y="124"/>
                  </a:lnTo>
                  <a:lnTo>
                    <a:pt x="242" y="166"/>
                  </a:lnTo>
                  <a:lnTo>
                    <a:pt x="226" y="201"/>
                  </a:lnTo>
                  <a:lnTo>
                    <a:pt x="200" y="227"/>
                  </a:lnTo>
                  <a:lnTo>
                    <a:pt x="165" y="245"/>
                  </a:lnTo>
                  <a:lnTo>
                    <a:pt x="123" y="250"/>
                  </a:lnTo>
                  <a:lnTo>
                    <a:pt x="84" y="245"/>
                  </a:lnTo>
                  <a:lnTo>
                    <a:pt x="49" y="227"/>
                  </a:lnTo>
                  <a:lnTo>
                    <a:pt x="23" y="201"/>
                  </a:lnTo>
                  <a:lnTo>
                    <a:pt x="5" y="166"/>
                  </a:lnTo>
                  <a:lnTo>
                    <a:pt x="0" y="124"/>
                  </a:lnTo>
                  <a:lnTo>
                    <a:pt x="5" y="84"/>
                  </a:lnTo>
                  <a:lnTo>
                    <a:pt x="23" y="49"/>
                  </a:lnTo>
                  <a:lnTo>
                    <a:pt x="49" y="24"/>
                  </a:lnTo>
                  <a:lnTo>
                    <a:pt x="84" y="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1C444F54-FE98-4D3F-B2BF-9E943561A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18425" y="4773613"/>
              <a:ext cx="328613" cy="381000"/>
            </a:xfrm>
            <a:custGeom>
              <a:avLst/>
              <a:gdLst>
                <a:gd name="T0" fmla="*/ 0 w 207"/>
                <a:gd name="T1" fmla="*/ 0 h 240"/>
                <a:gd name="T2" fmla="*/ 42 w 207"/>
                <a:gd name="T3" fmla="*/ 0 h 240"/>
                <a:gd name="T4" fmla="*/ 172 w 207"/>
                <a:gd name="T5" fmla="*/ 198 h 240"/>
                <a:gd name="T6" fmla="*/ 174 w 207"/>
                <a:gd name="T7" fmla="*/ 198 h 240"/>
                <a:gd name="T8" fmla="*/ 174 w 207"/>
                <a:gd name="T9" fmla="*/ 0 h 240"/>
                <a:gd name="T10" fmla="*/ 207 w 207"/>
                <a:gd name="T11" fmla="*/ 0 h 240"/>
                <a:gd name="T12" fmla="*/ 207 w 207"/>
                <a:gd name="T13" fmla="*/ 240 h 240"/>
                <a:gd name="T14" fmla="*/ 165 w 207"/>
                <a:gd name="T15" fmla="*/ 240 h 240"/>
                <a:gd name="T16" fmla="*/ 32 w 207"/>
                <a:gd name="T17" fmla="*/ 42 h 240"/>
                <a:gd name="T18" fmla="*/ 32 w 207"/>
                <a:gd name="T19" fmla="*/ 42 h 240"/>
                <a:gd name="T20" fmla="*/ 32 w 207"/>
                <a:gd name="T21" fmla="*/ 240 h 240"/>
                <a:gd name="T22" fmla="*/ 0 w 207"/>
                <a:gd name="T23" fmla="*/ 240 h 240"/>
                <a:gd name="T24" fmla="*/ 0 w 207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240">
                  <a:moveTo>
                    <a:pt x="0" y="0"/>
                  </a:moveTo>
                  <a:lnTo>
                    <a:pt x="42" y="0"/>
                  </a:lnTo>
                  <a:lnTo>
                    <a:pt x="172" y="198"/>
                  </a:lnTo>
                  <a:lnTo>
                    <a:pt x="174" y="198"/>
                  </a:lnTo>
                  <a:lnTo>
                    <a:pt x="174" y="0"/>
                  </a:lnTo>
                  <a:lnTo>
                    <a:pt x="207" y="0"/>
                  </a:lnTo>
                  <a:lnTo>
                    <a:pt x="207" y="240"/>
                  </a:lnTo>
                  <a:lnTo>
                    <a:pt x="165" y="240"/>
                  </a:lnTo>
                  <a:lnTo>
                    <a:pt x="32" y="42"/>
                  </a:lnTo>
                  <a:lnTo>
                    <a:pt x="32" y="42"/>
                  </a:lnTo>
                  <a:lnTo>
                    <a:pt x="32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70DE95AC-6559-4209-B4BF-3F7A0F99FD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31175" y="4773613"/>
              <a:ext cx="328613" cy="381000"/>
            </a:xfrm>
            <a:custGeom>
              <a:avLst/>
              <a:gdLst>
                <a:gd name="T0" fmla="*/ 0 w 207"/>
                <a:gd name="T1" fmla="*/ 0 h 240"/>
                <a:gd name="T2" fmla="*/ 42 w 207"/>
                <a:gd name="T3" fmla="*/ 0 h 240"/>
                <a:gd name="T4" fmla="*/ 175 w 207"/>
                <a:gd name="T5" fmla="*/ 198 h 240"/>
                <a:gd name="T6" fmla="*/ 175 w 207"/>
                <a:gd name="T7" fmla="*/ 198 h 240"/>
                <a:gd name="T8" fmla="*/ 175 w 207"/>
                <a:gd name="T9" fmla="*/ 0 h 240"/>
                <a:gd name="T10" fmla="*/ 207 w 207"/>
                <a:gd name="T11" fmla="*/ 0 h 240"/>
                <a:gd name="T12" fmla="*/ 207 w 207"/>
                <a:gd name="T13" fmla="*/ 240 h 240"/>
                <a:gd name="T14" fmla="*/ 166 w 207"/>
                <a:gd name="T15" fmla="*/ 240 h 240"/>
                <a:gd name="T16" fmla="*/ 33 w 207"/>
                <a:gd name="T17" fmla="*/ 42 h 240"/>
                <a:gd name="T18" fmla="*/ 33 w 207"/>
                <a:gd name="T19" fmla="*/ 42 h 240"/>
                <a:gd name="T20" fmla="*/ 33 w 207"/>
                <a:gd name="T21" fmla="*/ 240 h 240"/>
                <a:gd name="T22" fmla="*/ 0 w 207"/>
                <a:gd name="T23" fmla="*/ 240 h 240"/>
                <a:gd name="T24" fmla="*/ 0 w 207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240">
                  <a:moveTo>
                    <a:pt x="0" y="0"/>
                  </a:moveTo>
                  <a:lnTo>
                    <a:pt x="42" y="0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5" y="0"/>
                  </a:lnTo>
                  <a:lnTo>
                    <a:pt x="207" y="0"/>
                  </a:lnTo>
                  <a:lnTo>
                    <a:pt x="207" y="240"/>
                  </a:lnTo>
                  <a:lnTo>
                    <a:pt x="166" y="240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0B3D8A17-9A89-406F-BDDA-692E691C51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9800" y="4773613"/>
              <a:ext cx="252413" cy="381000"/>
            </a:xfrm>
            <a:custGeom>
              <a:avLst/>
              <a:gdLst>
                <a:gd name="T0" fmla="*/ 0 w 159"/>
                <a:gd name="T1" fmla="*/ 0 h 240"/>
                <a:gd name="T2" fmla="*/ 154 w 159"/>
                <a:gd name="T3" fmla="*/ 0 h 240"/>
                <a:gd name="T4" fmla="*/ 154 w 159"/>
                <a:gd name="T5" fmla="*/ 30 h 240"/>
                <a:gd name="T6" fmla="*/ 31 w 159"/>
                <a:gd name="T7" fmla="*/ 30 h 240"/>
                <a:gd name="T8" fmla="*/ 31 w 159"/>
                <a:gd name="T9" fmla="*/ 103 h 240"/>
                <a:gd name="T10" fmla="*/ 145 w 159"/>
                <a:gd name="T11" fmla="*/ 103 h 240"/>
                <a:gd name="T12" fmla="*/ 145 w 159"/>
                <a:gd name="T13" fmla="*/ 133 h 240"/>
                <a:gd name="T14" fmla="*/ 31 w 159"/>
                <a:gd name="T15" fmla="*/ 133 h 240"/>
                <a:gd name="T16" fmla="*/ 31 w 159"/>
                <a:gd name="T17" fmla="*/ 210 h 240"/>
                <a:gd name="T18" fmla="*/ 159 w 159"/>
                <a:gd name="T19" fmla="*/ 210 h 240"/>
                <a:gd name="T20" fmla="*/ 159 w 159"/>
                <a:gd name="T21" fmla="*/ 240 h 240"/>
                <a:gd name="T22" fmla="*/ 0 w 159"/>
                <a:gd name="T23" fmla="*/ 240 h 240"/>
                <a:gd name="T24" fmla="*/ 0 w 159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9" h="240">
                  <a:moveTo>
                    <a:pt x="0" y="0"/>
                  </a:moveTo>
                  <a:lnTo>
                    <a:pt x="154" y="0"/>
                  </a:lnTo>
                  <a:lnTo>
                    <a:pt x="154" y="30"/>
                  </a:lnTo>
                  <a:lnTo>
                    <a:pt x="31" y="30"/>
                  </a:lnTo>
                  <a:lnTo>
                    <a:pt x="31" y="103"/>
                  </a:lnTo>
                  <a:lnTo>
                    <a:pt x="145" y="103"/>
                  </a:lnTo>
                  <a:lnTo>
                    <a:pt x="145" y="133"/>
                  </a:lnTo>
                  <a:lnTo>
                    <a:pt x="31" y="133"/>
                  </a:lnTo>
                  <a:lnTo>
                    <a:pt x="31" y="210"/>
                  </a:lnTo>
                  <a:lnTo>
                    <a:pt x="159" y="210"/>
                  </a:lnTo>
                  <a:lnTo>
                    <a:pt x="159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6D59C8B4-43F1-48C7-90E9-E42FCC626BD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63013" y="4765676"/>
              <a:ext cx="336550" cy="396875"/>
            </a:xfrm>
            <a:custGeom>
              <a:avLst/>
              <a:gdLst>
                <a:gd name="T0" fmla="*/ 123 w 212"/>
                <a:gd name="T1" fmla="*/ 0 h 250"/>
                <a:gd name="T2" fmla="*/ 156 w 212"/>
                <a:gd name="T3" fmla="*/ 3 h 250"/>
                <a:gd name="T4" fmla="*/ 184 w 212"/>
                <a:gd name="T5" fmla="*/ 17 h 250"/>
                <a:gd name="T6" fmla="*/ 207 w 212"/>
                <a:gd name="T7" fmla="*/ 38 h 250"/>
                <a:gd name="T8" fmla="*/ 179 w 212"/>
                <a:gd name="T9" fmla="*/ 56 h 250"/>
                <a:gd name="T10" fmla="*/ 165 w 212"/>
                <a:gd name="T11" fmla="*/ 42 h 250"/>
                <a:gd name="T12" fmla="*/ 144 w 212"/>
                <a:gd name="T13" fmla="*/ 33 h 250"/>
                <a:gd name="T14" fmla="*/ 123 w 212"/>
                <a:gd name="T15" fmla="*/ 31 h 250"/>
                <a:gd name="T16" fmla="*/ 93 w 212"/>
                <a:gd name="T17" fmla="*/ 35 h 250"/>
                <a:gd name="T18" fmla="*/ 68 w 212"/>
                <a:gd name="T19" fmla="*/ 49 h 250"/>
                <a:gd name="T20" fmla="*/ 49 w 212"/>
                <a:gd name="T21" fmla="*/ 70 h 250"/>
                <a:gd name="T22" fmla="*/ 37 w 212"/>
                <a:gd name="T23" fmla="*/ 96 h 250"/>
                <a:gd name="T24" fmla="*/ 33 w 212"/>
                <a:gd name="T25" fmla="*/ 126 h 250"/>
                <a:gd name="T26" fmla="*/ 37 w 212"/>
                <a:gd name="T27" fmla="*/ 157 h 250"/>
                <a:gd name="T28" fmla="*/ 49 w 212"/>
                <a:gd name="T29" fmla="*/ 182 h 250"/>
                <a:gd name="T30" fmla="*/ 68 w 212"/>
                <a:gd name="T31" fmla="*/ 201 h 250"/>
                <a:gd name="T32" fmla="*/ 93 w 212"/>
                <a:gd name="T33" fmla="*/ 215 h 250"/>
                <a:gd name="T34" fmla="*/ 123 w 212"/>
                <a:gd name="T35" fmla="*/ 220 h 250"/>
                <a:gd name="T36" fmla="*/ 147 w 212"/>
                <a:gd name="T37" fmla="*/ 217 h 250"/>
                <a:gd name="T38" fmla="*/ 168 w 212"/>
                <a:gd name="T39" fmla="*/ 206 h 250"/>
                <a:gd name="T40" fmla="*/ 184 w 212"/>
                <a:gd name="T41" fmla="*/ 189 h 250"/>
                <a:gd name="T42" fmla="*/ 212 w 212"/>
                <a:gd name="T43" fmla="*/ 208 h 250"/>
                <a:gd name="T44" fmla="*/ 205 w 212"/>
                <a:gd name="T45" fmla="*/ 217 h 250"/>
                <a:gd name="T46" fmla="*/ 193 w 212"/>
                <a:gd name="T47" fmla="*/ 229 h 250"/>
                <a:gd name="T48" fmla="*/ 175 w 212"/>
                <a:gd name="T49" fmla="*/ 238 h 250"/>
                <a:gd name="T50" fmla="*/ 151 w 212"/>
                <a:gd name="T51" fmla="*/ 248 h 250"/>
                <a:gd name="T52" fmla="*/ 121 w 212"/>
                <a:gd name="T53" fmla="*/ 250 h 250"/>
                <a:gd name="T54" fmla="*/ 86 w 212"/>
                <a:gd name="T55" fmla="*/ 245 h 250"/>
                <a:gd name="T56" fmla="*/ 56 w 212"/>
                <a:gd name="T57" fmla="*/ 231 h 250"/>
                <a:gd name="T58" fmla="*/ 33 w 212"/>
                <a:gd name="T59" fmla="*/ 213 h 250"/>
                <a:gd name="T60" fmla="*/ 14 w 212"/>
                <a:gd name="T61" fmla="*/ 187 h 250"/>
                <a:gd name="T62" fmla="*/ 2 w 212"/>
                <a:gd name="T63" fmla="*/ 157 h 250"/>
                <a:gd name="T64" fmla="*/ 0 w 212"/>
                <a:gd name="T65" fmla="*/ 126 h 250"/>
                <a:gd name="T66" fmla="*/ 5 w 212"/>
                <a:gd name="T67" fmla="*/ 84 h 250"/>
                <a:gd name="T68" fmla="*/ 21 w 212"/>
                <a:gd name="T69" fmla="*/ 49 h 250"/>
                <a:gd name="T70" fmla="*/ 49 w 212"/>
                <a:gd name="T71" fmla="*/ 24 h 250"/>
                <a:gd name="T72" fmla="*/ 82 w 212"/>
                <a:gd name="T73" fmla="*/ 5 h 250"/>
                <a:gd name="T74" fmla="*/ 123 w 212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2" h="250">
                  <a:moveTo>
                    <a:pt x="123" y="0"/>
                  </a:moveTo>
                  <a:lnTo>
                    <a:pt x="156" y="3"/>
                  </a:lnTo>
                  <a:lnTo>
                    <a:pt x="184" y="17"/>
                  </a:lnTo>
                  <a:lnTo>
                    <a:pt x="207" y="38"/>
                  </a:lnTo>
                  <a:lnTo>
                    <a:pt x="179" y="56"/>
                  </a:lnTo>
                  <a:lnTo>
                    <a:pt x="165" y="42"/>
                  </a:lnTo>
                  <a:lnTo>
                    <a:pt x="144" y="33"/>
                  </a:lnTo>
                  <a:lnTo>
                    <a:pt x="123" y="31"/>
                  </a:lnTo>
                  <a:lnTo>
                    <a:pt x="93" y="35"/>
                  </a:lnTo>
                  <a:lnTo>
                    <a:pt x="68" y="49"/>
                  </a:lnTo>
                  <a:lnTo>
                    <a:pt x="49" y="70"/>
                  </a:lnTo>
                  <a:lnTo>
                    <a:pt x="37" y="96"/>
                  </a:lnTo>
                  <a:lnTo>
                    <a:pt x="33" y="126"/>
                  </a:lnTo>
                  <a:lnTo>
                    <a:pt x="37" y="157"/>
                  </a:lnTo>
                  <a:lnTo>
                    <a:pt x="49" y="182"/>
                  </a:lnTo>
                  <a:lnTo>
                    <a:pt x="68" y="201"/>
                  </a:lnTo>
                  <a:lnTo>
                    <a:pt x="93" y="215"/>
                  </a:lnTo>
                  <a:lnTo>
                    <a:pt x="123" y="220"/>
                  </a:lnTo>
                  <a:lnTo>
                    <a:pt x="147" y="217"/>
                  </a:lnTo>
                  <a:lnTo>
                    <a:pt x="168" y="206"/>
                  </a:lnTo>
                  <a:lnTo>
                    <a:pt x="184" y="189"/>
                  </a:lnTo>
                  <a:lnTo>
                    <a:pt x="212" y="208"/>
                  </a:lnTo>
                  <a:lnTo>
                    <a:pt x="205" y="217"/>
                  </a:lnTo>
                  <a:lnTo>
                    <a:pt x="193" y="229"/>
                  </a:lnTo>
                  <a:lnTo>
                    <a:pt x="175" y="238"/>
                  </a:lnTo>
                  <a:lnTo>
                    <a:pt x="151" y="248"/>
                  </a:lnTo>
                  <a:lnTo>
                    <a:pt x="121" y="250"/>
                  </a:lnTo>
                  <a:lnTo>
                    <a:pt x="86" y="245"/>
                  </a:lnTo>
                  <a:lnTo>
                    <a:pt x="56" y="231"/>
                  </a:lnTo>
                  <a:lnTo>
                    <a:pt x="33" y="213"/>
                  </a:lnTo>
                  <a:lnTo>
                    <a:pt x="14" y="187"/>
                  </a:lnTo>
                  <a:lnTo>
                    <a:pt x="2" y="157"/>
                  </a:lnTo>
                  <a:lnTo>
                    <a:pt x="0" y="126"/>
                  </a:lnTo>
                  <a:lnTo>
                    <a:pt x="5" y="84"/>
                  </a:lnTo>
                  <a:lnTo>
                    <a:pt x="21" y="49"/>
                  </a:lnTo>
                  <a:lnTo>
                    <a:pt x="49" y="24"/>
                  </a:lnTo>
                  <a:lnTo>
                    <a:pt x="82" y="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8FE9DE02-D405-481D-AA4A-5BF5156FC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18613" y="4773613"/>
              <a:ext cx="295275" cy="381000"/>
            </a:xfrm>
            <a:custGeom>
              <a:avLst/>
              <a:gdLst>
                <a:gd name="T0" fmla="*/ 0 w 186"/>
                <a:gd name="T1" fmla="*/ 0 h 240"/>
                <a:gd name="T2" fmla="*/ 186 w 186"/>
                <a:gd name="T3" fmla="*/ 0 h 240"/>
                <a:gd name="T4" fmla="*/ 186 w 186"/>
                <a:gd name="T5" fmla="*/ 30 h 240"/>
                <a:gd name="T6" fmla="*/ 109 w 186"/>
                <a:gd name="T7" fmla="*/ 30 h 240"/>
                <a:gd name="T8" fmla="*/ 109 w 186"/>
                <a:gd name="T9" fmla="*/ 240 h 240"/>
                <a:gd name="T10" fmla="*/ 76 w 186"/>
                <a:gd name="T11" fmla="*/ 240 h 240"/>
                <a:gd name="T12" fmla="*/ 76 w 186"/>
                <a:gd name="T13" fmla="*/ 30 h 240"/>
                <a:gd name="T14" fmla="*/ 0 w 186"/>
                <a:gd name="T15" fmla="*/ 30 h 240"/>
                <a:gd name="T16" fmla="*/ 0 w 186"/>
                <a:gd name="T17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6" h="240">
                  <a:moveTo>
                    <a:pt x="0" y="0"/>
                  </a:moveTo>
                  <a:lnTo>
                    <a:pt x="186" y="0"/>
                  </a:lnTo>
                  <a:lnTo>
                    <a:pt x="186" y="30"/>
                  </a:lnTo>
                  <a:lnTo>
                    <a:pt x="109" y="30"/>
                  </a:lnTo>
                  <a:lnTo>
                    <a:pt x="109" y="240"/>
                  </a:lnTo>
                  <a:lnTo>
                    <a:pt x="76" y="240"/>
                  </a:lnTo>
                  <a:lnTo>
                    <a:pt x="76" y="30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50A1FC23-1C8C-446C-AFEF-919D11344F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569450" y="4773613"/>
              <a:ext cx="50800" cy="381000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BFE1875A-2710-49EB-9C82-3A8C2D77CD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83750" y="4765676"/>
              <a:ext cx="395288" cy="396875"/>
            </a:xfrm>
            <a:custGeom>
              <a:avLst/>
              <a:gdLst>
                <a:gd name="T0" fmla="*/ 125 w 249"/>
                <a:gd name="T1" fmla="*/ 31 h 250"/>
                <a:gd name="T2" fmla="*/ 95 w 249"/>
                <a:gd name="T3" fmla="*/ 35 h 250"/>
                <a:gd name="T4" fmla="*/ 70 w 249"/>
                <a:gd name="T5" fmla="*/ 49 h 250"/>
                <a:gd name="T6" fmla="*/ 51 w 249"/>
                <a:gd name="T7" fmla="*/ 68 h 250"/>
                <a:gd name="T8" fmla="*/ 39 w 249"/>
                <a:gd name="T9" fmla="*/ 96 h 250"/>
                <a:gd name="T10" fmla="*/ 35 w 249"/>
                <a:gd name="T11" fmla="*/ 124 h 250"/>
                <a:gd name="T12" fmla="*/ 39 w 249"/>
                <a:gd name="T13" fmla="*/ 154 h 250"/>
                <a:gd name="T14" fmla="*/ 51 w 249"/>
                <a:gd name="T15" fmla="*/ 182 h 250"/>
                <a:gd name="T16" fmla="*/ 70 w 249"/>
                <a:gd name="T17" fmla="*/ 201 h 250"/>
                <a:gd name="T18" fmla="*/ 95 w 249"/>
                <a:gd name="T19" fmla="*/ 215 h 250"/>
                <a:gd name="T20" fmla="*/ 125 w 249"/>
                <a:gd name="T21" fmla="*/ 220 h 250"/>
                <a:gd name="T22" fmla="*/ 156 w 249"/>
                <a:gd name="T23" fmla="*/ 215 h 250"/>
                <a:gd name="T24" fmla="*/ 179 w 249"/>
                <a:gd name="T25" fmla="*/ 201 h 250"/>
                <a:gd name="T26" fmla="*/ 198 w 249"/>
                <a:gd name="T27" fmla="*/ 182 h 250"/>
                <a:gd name="T28" fmla="*/ 212 w 249"/>
                <a:gd name="T29" fmla="*/ 154 h 250"/>
                <a:gd name="T30" fmla="*/ 214 w 249"/>
                <a:gd name="T31" fmla="*/ 124 h 250"/>
                <a:gd name="T32" fmla="*/ 212 w 249"/>
                <a:gd name="T33" fmla="*/ 96 h 250"/>
                <a:gd name="T34" fmla="*/ 198 w 249"/>
                <a:gd name="T35" fmla="*/ 68 h 250"/>
                <a:gd name="T36" fmla="*/ 179 w 249"/>
                <a:gd name="T37" fmla="*/ 49 h 250"/>
                <a:gd name="T38" fmla="*/ 156 w 249"/>
                <a:gd name="T39" fmla="*/ 35 h 250"/>
                <a:gd name="T40" fmla="*/ 125 w 249"/>
                <a:gd name="T41" fmla="*/ 31 h 250"/>
                <a:gd name="T42" fmla="*/ 125 w 249"/>
                <a:gd name="T43" fmla="*/ 0 h 250"/>
                <a:gd name="T44" fmla="*/ 165 w 249"/>
                <a:gd name="T45" fmla="*/ 5 h 250"/>
                <a:gd name="T46" fmla="*/ 200 w 249"/>
                <a:gd name="T47" fmla="*/ 24 h 250"/>
                <a:gd name="T48" fmla="*/ 226 w 249"/>
                <a:gd name="T49" fmla="*/ 49 h 250"/>
                <a:gd name="T50" fmla="*/ 244 w 249"/>
                <a:gd name="T51" fmla="*/ 84 h 250"/>
                <a:gd name="T52" fmla="*/ 249 w 249"/>
                <a:gd name="T53" fmla="*/ 124 h 250"/>
                <a:gd name="T54" fmla="*/ 244 w 249"/>
                <a:gd name="T55" fmla="*/ 166 h 250"/>
                <a:gd name="T56" fmla="*/ 226 w 249"/>
                <a:gd name="T57" fmla="*/ 201 h 250"/>
                <a:gd name="T58" fmla="*/ 200 w 249"/>
                <a:gd name="T59" fmla="*/ 227 h 250"/>
                <a:gd name="T60" fmla="*/ 165 w 249"/>
                <a:gd name="T61" fmla="*/ 245 h 250"/>
                <a:gd name="T62" fmla="*/ 125 w 249"/>
                <a:gd name="T63" fmla="*/ 250 h 250"/>
                <a:gd name="T64" fmla="*/ 84 w 249"/>
                <a:gd name="T65" fmla="*/ 245 h 250"/>
                <a:gd name="T66" fmla="*/ 49 w 249"/>
                <a:gd name="T67" fmla="*/ 227 h 250"/>
                <a:gd name="T68" fmla="*/ 23 w 249"/>
                <a:gd name="T69" fmla="*/ 201 h 250"/>
                <a:gd name="T70" fmla="*/ 7 w 249"/>
                <a:gd name="T71" fmla="*/ 166 h 250"/>
                <a:gd name="T72" fmla="*/ 0 w 249"/>
                <a:gd name="T73" fmla="*/ 124 h 250"/>
                <a:gd name="T74" fmla="*/ 7 w 249"/>
                <a:gd name="T75" fmla="*/ 84 h 250"/>
                <a:gd name="T76" fmla="*/ 23 w 249"/>
                <a:gd name="T77" fmla="*/ 49 h 250"/>
                <a:gd name="T78" fmla="*/ 49 w 249"/>
                <a:gd name="T79" fmla="*/ 24 h 250"/>
                <a:gd name="T80" fmla="*/ 84 w 249"/>
                <a:gd name="T81" fmla="*/ 5 h 250"/>
                <a:gd name="T82" fmla="*/ 125 w 249"/>
                <a:gd name="T8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50">
                  <a:moveTo>
                    <a:pt x="125" y="31"/>
                  </a:moveTo>
                  <a:lnTo>
                    <a:pt x="95" y="35"/>
                  </a:lnTo>
                  <a:lnTo>
                    <a:pt x="70" y="49"/>
                  </a:lnTo>
                  <a:lnTo>
                    <a:pt x="51" y="68"/>
                  </a:lnTo>
                  <a:lnTo>
                    <a:pt x="39" y="96"/>
                  </a:lnTo>
                  <a:lnTo>
                    <a:pt x="35" y="124"/>
                  </a:lnTo>
                  <a:lnTo>
                    <a:pt x="39" y="154"/>
                  </a:lnTo>
                  <a:lnTo>
                    <a:pt x="51" y="182"/>
                  </a:lnTo>
                  <a:lnTo>
                    <a:pt x="70" y="201"/>
                  </a:lnTo>
                  <a:lnTo>
                    <a:pt x="95" y="215"/>
                  </a:lnTo>
                  <a:lnTo>
                    <a:pt x="125" y="220"/>
                  </a:lnTo>
                  <a:lnTo>
                    <a:pt x="156" y="215"/>
                  </a:lnTo>
                  <a:lnTo>
                    <a:pt x="179" y="201"/>
                  </a:lnTo>
                  <a:lnTo>
                    <a:pt x="198" y="182"/>
                  </a:lnTo>
                  <a:lnTo>
                    <a:pt x="212" y="154"/>
                  </a:lnTo>
                  <a:lnTo>
                    <a:pt x="214" y="124"/>
                  </a:lnTo>
                  <a:lnTo>
                    <a:pt x="212" y="96"/>
                  </a:lnTo>
                  <a:lnTo>
                    <a:pt x="198" y="68"/>
                  </a:lnTo>
                  <a:lnTo>
                    <a:pt x="179" y="49"/>
                  </a:lnTo>
                  <a:lnTo>
                    <a:pt x="156" y="35"/>
                  </a:lnTo>
                  <a:lnTo>
                    <a:pt x="125" y="31"/>
                  </a:lnTo>
                  <a:close/>
                  <a:moveTo>
                    <a:pt x="125" y="0"/>
                  </a:moveTo>
                  <a:lnTo>
                    <a:pt x="165" y="5"/>
                  </a:lnTo>
                  <a:lnTo>
                    <a:pt x="200" y="24"/>
                  </a:lnTo>
                  <a:lnTo>
                    <a:pt x="226" y="49"/>
                  </a:lnTo>
                  <a:lnTo>
                    <a:pt x="244" y="84"/>
                  </a:lnTo>
                  <a:lnTo>
                    <a:pt x="249" y="124"/>
                  </a:lnTo>
                  <a:lnTo>
                    <a:pt x="244" y="166"/>
                  </a:lnTo>
                  <a:lnTo>
                    <a:pt x="226" y="201"/>
                  </a:lnTo>
                  <a:lnTo>
                    <a:pt x="200" y="227"/>
                  </a:lnTo>
                  <a:lnTo>
                    <a:pt x="165" y="245"/>
                  </a:lnTo>
                  <a:lnTo>
                    <a:pt x="125" y="250"/>
                  </a:lnTo>
                  <a:lnTo>
                    <a:pt x="84" y="245"/>
                  </a:lnTo>
                  <a:lnTo>
                    <a:pt x="49" y="227"/>
                  </a:lnTo>
                  <a:lnTo>
                    <a:pt x="23" y="201"/>
                  </a:lnTo>
                  <a:lnTo>
                    <a:pt x="7" y="166"/>
                  </a:lnTo>
                  <a:lnTo>
                    <a:pt x="0" y="124"/>
                  </a:lnTo>
                  <a:lnTo>
                    <a:pt x="7" y="84"/>
                  </a:lnTo>
                  <a:lnTo>
                    <a:pt x="23" y="49"/>
                  </a:lnTo>
                  <a:lnTo>
                    <a:pt x="49" y="24"/>
                  </a:lnTo>
                  <a:lnTo>
                    <a:pt x="84" y="5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29">
              <a:extLst>
                <a:ext uri="{FF2B5EF4-FFF2-40B4-BE49-F238E27FC236}">
                  <a16:creationId xmlns:a16="http://schemas.microsoft.com/office/drawing/2014/main" id="{BD9A8FB5-2923-47CF-A7A5-7F30C41187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52063" y="4773613"/>
              <a:ext cx="328613" cy="381000"/>
            </a:xfrm>
            <a:custGeom>
              <a:avLst/>
              <a:gdLst>
                <a:gd name="T0" fmla="*/ 0 w 207"/>
                <a:gd name="T1" fmla="*/ 0 h 240"/>
                <a:gd name="T2" fmla="*/ 42 w 207"/>
                <a:gd name="T3" fmla="*/ 0 h 240"/>
                <a:gd name="T4" fmla="*/ 175 w 207"/>
                <a:gd name="T5" fmla="*/ 198 h 240"/>
                <a:gd name="T6" fmla="*/ 175 w 207"/>
                <a:gd name="T7" fmla="*/ 198 h 240"/>
                <a:gd name="T8" fmla="*/ 175 w 207"/>
                <a:gd name="T9" fmla="*/ 0 h 240"/>
                <a:gd name="T10" fmla="*/ 207 w 207"/>
                <a:gd name="T11" fmla="*/ 0 h 240"/>
                <a:gd name="T12" fmla="*/ 207 w 207"/>
                <a:gd name="T13" fmla="*/ 240 h 240"/>
                <a:gd name="T14" fmla="*/ 166 w 207"/>
                <a:gd name="T15" fmla="*/ 240 h 240"/>
                <a:gd name="T16" fmla="*/ 33 w 207"/>
                <a:gd name="T17" fmla="*/ 42 h 240"/>
                <a:gd name="T18" fmla="*/ 33 w 207"/>
                <a:gd name="T19" fmla="*/ 42 h 240"/>
                <a:gd name="T20" fmla="*/ 33 w 207"/>
                <a:gd name="T21" fmla="*/ 240 h 240"/>
                <a:gd name="T22" fmla="*/ 0 w 207"/>
                <a:gd name="T23" fmla="*/ 240 h 240"/>
                <a:gd name="T24" fmla="*/ 0 w 207"/>
                <a:gd name="T25" fmla="*/ 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7" h="240">
                  <a:moveTo>
                    <a:pt x="0" y="0"/>
                  </a:moveTo>
                  <a:lnTo>
                    <a:pt x="42" y="0"/>
                  </a:lnTo>
                  <a:lnTo>
                    <a:pt x="175" y="198"/>
                  </a:lnTo>
                  <a:lnTo>
                    <a:pt x="175" y="198"/>
                  </a:lnTo>
                  <a:lnTo>
                    <a:pt x="175" y="0"/>
                  </a:lnTo>
                  <a:lnTo>
                    <a:pt x="207" y="0"/>
                  </a:lnTo>
                  <a:lnTo>
                    <a:pt x="207" y="240"/>
                  </a:lnTo>
                  <a:lnTo>
                    <a:pt x="166" y="240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240"/>
                  </a:lnTo>
                  <a:lnTo>
                    <a:pt x="0" y="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D006FE11-4B75-4368-8A6D-A2465F9FD3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7350" y="4765676"/>
              <a:ext cx="252413" cy="396875"/>
            </a:xfrm>
            <a:custGeom>
              <a:avLst/>
              <a:gdLst>
                <a:gd name="T0" fmla="*/ 89 w 159"/>
                <a:gd name="T1" fmla="*/ 0 h 250"/>
                <a:gd name="T2" fmla="*/ 114 w 159"/>
                <a:gd name="T3" fmla="*/ 3 h 250"/>
                <a:gd name="T4" fmla="*/ 138 w 159"/>
                <a:gd name="T5" fmla="*/ 10 h 250"/>
                <a:gd name="T6" fmla="*/ 156 w 159"/>
                <a:gd name="T7" fmla="*/ 26 h 250"/>
                <a:gd name="T8" fmla="*/ 131 w 159"/>
                <a:gd name="T9" fmla="*/ 52 h 250"/>
                <a:gd name="T10" fmla="*/ 114 w 159"/>
                <a:gd name="T11" fmla="*/ 35 h 250"/>
                <a:gd name="T12" fmla="*/ 89 w 159"/>
                <a:gd name="T13" fmla="*/ 31 h 250"/>
                <a:gd name="T14" fmla="*/ 66 w 159"/>
                <a:gd name="T15" fmla="*/ 33 h 250"/>
                <a:gd name="T16" fmla="*/ 52 w 159"/>
                <a:gd name="T17" fmla="*/ 42 h 250"/>
                <a:gd name="T18" fmla="*/ 45 w 159"/>
                <a:gd name="T19" fmla="*/ 54 h 250"/>
                <a:gd name="T20" fmla="*/ 42 w 159"/>
                <a:gd name="T21" fmla="*/ 66 h 250"/>
                <a:gd name="T22" fmla="*/ 47 w 159"/>
                <a:gd name="T23" fmla="*/ 84 h 250"/>
                <a:gd name="T24" fmla="*/ 56 w 159"/>
                <a:gd name="T25" fmla="*/ 94 h 250"/>
                <a:gd name="T26" fmla="*/ 73 w 159"/>
                <a:gd name="T27" fmla="*/ 103 h 250"/>
                <a:gd name="T28" fmla="*/ 91 w 159"/>
                <a:gd name="T29" fmla="*/ 110 h 250"/>
                <a:gd name="T30" fmla="*/ 110 w 159"/>
                <a:gd name="T31" fmla="*/ 115 h 250"/>
                <a:gd name="T32" fmla="*/ 128 w 159"/>
                <a:gd name="T33" fmla="*/ 124 h 250"/>
                <a:gd name="T34" fmla="*/ 145 w 159"/>
                <a:gd name="T35" fmla="*/ 136 h 250"/>
                <a:gd name="T36" fmla="*/ 156 w 159"/>
                <a:gd name="T37" fmla="*/ 152 h 250"/>
                <a:gd name="T38" fmla="*/ 159 w 159"/>
                <a:gd name="T39" fmla="*/ 178 h 250"/>
                <a:gd name="T40" fmla="*/ 156 w 159"/>
                <a:gd name="T41" fmla="*/ 203 h 250"/>
                <a:gd name="T42" fmla="*/ 145 w 159"/>
                <a:gd name="T43" fmla="*/ 222 h 250"/>
                <a:gd name="T44" fmla="*/ 126 w 159"/>
                <a:gd name="T45" fmla="*/ 238 h 250"/>
                <a:gd name="T46" fmla="*/ 103 w 159"/>
                <a:gd name="T47" fmla="*/ 248 h 250"/>
                <a:gd name="T48" fmla="*/ 77 w 159"/>
                <a:gd name="T49" fmla="*/ 250 h 250"/>
                <a:gd name="T50" fmla="*/ 47 w 159"/>
                <a:gd name="T51" fmla="*/ 248 h 250"/>
                <a:gd name="T52" fmla="*/ 21 w 159"/>
                <a:gd name="T53" fmla="*/ 236 h 250"/>
                <a:gd name="T54" fmla="*/ 0 w 159"/>
                <a:gd name="T55" fmla="*/ 217 h 250"/>
                <a:gd name="T56" fmla="*/ 26 w 159"/>
                <a:gd name="T57" fmla="*/ 194 h 250"/>
                <a:gd name="T58" fmla="*/ 40 w 159"/>
                <a:gd name="T59" fmla="*/ 210 h 250"/>
                <a:gd name="T60" fmla="*/ 59 w 159"/>
                <a:gd name="T61" fmla="*/ 217 h 250"/>
                <a:gd name="T62" fmla="*/ 77 w 159"/>
                <a:gd name="T63" fmla="*/ 220 h 250"/>
                <a:gd name="T64" fmla="*/ 93 w 159"/>
                <a:gd name="T65" fmla="*/ 217 h 250"/>
                <a:gd name="T66" fmla="*/ 110 w 159"/>
                <a:gd name="T67" fmla="*/ 210 h 250"/>
                <a:gd name="T68" fmla="*/ 121 w 159"/>
                <a:gd name="T69" fmla="*/ 199 h 250"/>
                <a:gd name="T70" fmla="*/ 126 w 159"/>
                <a:gd name="T71" fmla="*/ 180 h 250"/>
                <a:gd name="T72" fmla="*/ 121 w 159"/>
                <a:gd name="T73" fmla="*/ 166 h 250"/>
                <a:gd name="T74" fmla="*/ 110 w 159"/>
                <a:gd name="T75" fmla="*/ 154 h 250"/>
                <a:gd name="T76" fmla="*/ 96 w 159"/>
                <a:gd name="T77" fmla="*/ 147 h 250"/>
                <a:gd name="T78" fmla="*/ 77 w 159"/>
                <a:gd name="T79" fmla="*/ 140 h 250"/>
                <a:gd name="T80" fmla="*/ 56 w 159"/>
                <a:gd name="T81" fmla="*/ 133 h 250"/>
                <a:gd name="T82" fmla="*/ 38 w 159"/>
                <a:gd name="T83" fmla="*/ 126 h 250"/>
                <a:gd name="T84" fmla="*/ 21 w 159"/>
                <a:gd name="T85" fmla="*/ 112 h 250"/>
                <a:gd name="T86" fmla="*/ 12 w 159"/>
                <a:gd name="T87" fmla="*/ 94 h 250"/>
                <a:gd name="T88" fmla="*/ 7 w 159"/>
                <a:gd name="T89" fmla="*/ 66 h 250"/>
                <a:gd name="T90" fmla="*/ 10 w 159"/>
                <a:gd name="T91" fmla="*/ 49 h 250"/>
                <a:gd name="T92" fmla="*/ 19 w 159"/>
                <a:gd name="T93" fmla="*/ 31 h 250"/>
                <a:gd name="T94" fmla="*/ 35 w 159"/>
                <a:gd name="T95" fmla="*/ 14 h 250"/>
                <a:gd name="T96" fmla="*/ 59 w 159"/>
                <a:gd name="T97" fmla="*/ 3 h 250"/>
                <a:gd name="T98" fmla="*/ 89 w 159"/>
                <a:gd name="T99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250">
                  <a:moveTo>
                    <a:pt x="89" y="0"/>
                  </a:moveTo>
                  <a:lnTo>
                    <a:pt x="114" y="3"/>
                  </a:lnTo>
                  <a:lnTo>
                    <a:pt x="138" y="10"/>
                  </a:lnTo>
                  <a:lnTo>
                    <a:pt x="156" y="26"/>
                  </a:lnTo>
                  <a:lnTo>
                    <a:pt x="131" y="52"/>
                  </a:lnTo>
                  <a:lnTo>
                    <a:pt x="114" y="35"/>
                  </a:lnTo>
                  <a:lnTo>
                    <a:pt x="89" y="31"/>
                  </a:lnTo>
                  <a:lnTo>
                    <a:pt x="66" y="33"/>
                  </a:lnTo>
                  <a:lnTo>
                    <a:pt x="52" y="42"/>
                  </a:lnTo>
                  <a:lnTo>
                    <a:pt x="45" y="54"/>
                  </a:lnTo>
                  <a:lnTo>
                    <a:pt x="42" y="66"/>
                  </a:lnTo>
                  <a:lnTo>
                    <a:pt x="47" y="84"/>
                  </a:lnTo>
                  <a:lnTo>
                    <a:pt x="56" y="94"/>
                  </a:lnTo>
                  <a:lnTo>
                    <a:pt x="73" y="103"/>
                  </a:lnTo>
                  <a:lnTo>
                    <a:pt x="91" y="110"/>
                  </a:lnTo>
                  <a:lnTo>
                    <a:pt x="110" y="115"/>
                  </a:lnTo>
                  <a:lnTo>
                    <a:pt x="128" y="124"/>
                  </a:lnTo>
                  <a:lnTo>
                    <a:pt x="145" y="136"/>
                  </a:lnTo>
                  <a:lnTo>
                    <a:pt x="156" y="152"/>
                  </a:lnTo>
                  <a:lnTo>
                    <a:pt x="159" y="178"/>
                  </a:lnTo>
                  <a:lnTo>
                    <a:pt x="156" y="203"/>
                  </a:lnTo>
                  <a:lnTo>
                    <a:pt x="145" y="222"/>
                  </a:lnTo>
                  <a:lnTo>
                    <a:pt x="126" y="238"/>
                  </a:lnTo>
                  <a:lnTo>
                    <a:pt x="103" y="248"/>
                  </a:lnTo>
                  <a:lnTo>
                    <a:pt x="77" y="250"/>
                  </a:lnTo>
                  <a:lnTo>
                    <a:pt x="47" y="248"/>
                  </a:lnTo>
                  <a:lnTo>
                    <a:pt x="21" y="236"/>
                  </a:lnTo>
                  <a:lnTo>
                    <a:pt x="0" y="217"/>
                  </a:lnTo>
                  <a:lnTo>
                    <a:pt x="26" y="194"/>
                  </a:lnTo>
                  <a:lnTo>
                    <a:pt x="40" y="210"/>
                  </a:lnTo>
                  <a:lnTo>
                    <a:pt x="59" y="217"/>
                  </a:lnTo>
                  <a:lnTo>
                    <a:pt x="77" y="220"/>
                  </a:lnTo>
                  <a:lnTo>
                    <a:pt x="93" y="217"/>
                  </a:lnTo>
                  <a:lnTo>
                    <a:pt x="110" y="210"/>
                  </a:lnTo>
                  <a:lnTo>
                    <a:pt x="121" y="199"/>
                  </a:lnTo>
                  <a:lnTo>
                    <a:pt x="126" y="180"/>
                  </a:lnTo>
                  <a:lnTo>
                    <a:pt x="121" y="166"/>
                  </a:lnTo>
                  <a:lnTo>
                    <a:pt x="110" y="154"/>
                  </a:lnTo>
                  <a:lnTo>
                    <a:pt x="96" y="147"/>
                  </a:lnTo>
                  <a:lnTo>
                    <a:pt x="77" y="140"/>
                  </a:lnTo>
                  <a:lnTo>
                    <a:pt x="56" y="133"/>
                  </a:lnTo>
                  <a:lnTo>
                    <a:pt x="38" y="126"/>
                  </a:lnTo>
                  <a:lnTo>
                    <a:pt x="21" y="112"/>
                  </a:lnTo>
                  <a:lnTo>
                    <a:pt x="12" y="94"/>
                  </a:lnTo>
                  <a:lnTo>
                    <a:pt x="7" y="66"/>
                  </a:lnTo>
                  <a:lnTo>
                    <a:pt x="10" y="49"/>
                  </a:lnTo>
                  <a:lnTo>
                    <a:pt x="19" y="31"/>
                  </a:lnTo>
                  <a:lnTo>
                    <a:pt x="35" y="14"/>
                  </a:lnTo>
                  <a:lnTo>
                    <a:pt x="59" y="3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31">
              <a:extLst>
                <a:ext uri="{FF2B5EF4-FFF2-40B4-BE49-F238E27FC236}">
                  <a16:creationId xmlns:a16="http://schemas.microsoft.com/office/drawing/2014/main" id="{65C9CAA0-65C0-41DF-87AB-707836166A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3450" y="5280026"/>
              <a:ext cx="239713" cy="382588"/>
            </a:xfrm>
            <a:custGeom>
              <a:avLst/>
              <a:gdLst>
                <a:gd name="T0" fmla="*/ 0 w 151"/>
                <a:gd name="T1" fmla="*/ 0 h 241"/>
                <a:gd name="T2" fmla="*/ 151 w 151"/>
                <a:gd name="T3" fmla="*/ 0 h 241"/>
                <a:gd name="T4" fmla="*/ 151 w 151"/>
                <a:gd name="T5" fmla="*/ 31 h 241"/>
                <a:gd name="T6" fmla="*/ 33 w 151"/>
                <a:gd name="T7" fmla="*/ 31 h 241"/>
                <a:gd name="T8" fmla="*/ 33 w 151"/>
                <a:gd name="T9" fmla="*/ 105 h 241"/>
                <a:gd name="T10" fmla="*/ 142 w 151"/>
                <a:gd name="T11" fmla="*/ 105 h 241"/>
                <a:gd name="T12" fmla="*/ 142 w 151"/>
                <a:gd name="T13" fmla="*/ 136 h 241"/>
                <a:gd name="T14" fmla="*/ 33 w 151"/>
                <a:gd name="T15" fmla="*/ 136 h 241"/>
                <a:gd name="T16" fmla="*/ 33 w 151"/>
                <a:gd name="T17" fmla="*/ 241 h 241"/>
                <a:gd name="T18" fmla="*/ 0 w 151"/>
                <a:gd name="T19" fmla="*/ 241 h 241"/>
                <a:gd name="T20" fmla="*/ 0 w 151"/>
                <a:gd name="T21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1" h="241">
                  <a:moveTo>
                    <a:pt x="0" y="0"/>
                  </a:moveTo>
                  <a:lnTo>
                    <a:pt x="151" y="0"/>
                  </a:lnTo>
                  <a:lnTo>
                    <a:pt x="151" y="31"/>
                  </a:lnTo>
                  <a:lnTo>
                    <a:pt x="33" y="31"/>
                  </a:lnTo>
                  <a:lnTo>
                    <a:pt x="33" y="105"/>
                  </a:lnTo>
                  <a:lnTo>
                    <a:pt x="142" y="105"/>
                  </a:lnTo>
                  <a:lnTo>
                    <a:pt x="142" y="136"/>
                  </a:lnTo>
                  <a:lnTo>
                    <a:pt x="33" y="136"/>
                  </a:lnTo>
                  <a:lnTo>
                    <a:pt x="33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32">
              <a:extLst>
                <a:ext uri="{FF2B5EF4-FFF2-40B4-BE49-F238E27FC236}">
                  <a16:creationId xmlns:a16="http://schemas.microsoft.com/office/drawing/2014/main" id="{B60FBEDB-2491-45C7-B661-CAAAD5CA19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021263" y="5268913"/>
              <a:ext cx="395288" cy="400050"/>
            </a:xfrm>
            <a:custGeom>
              <a:avLst/>
              <a:gdLst>
                <a:gd name="T0" fmla="*/ 125 w 249"/>
                <a:gd name="T1" fmla="*/ 33 h 252"/>
                <a:gd name="T2" fmla="*/ 95 w 249"/>
                <a:gd name="T3" fmla="*/ 38 h 252"/>
                <a:gd name="T4" fmla="*/ 70 w 249"/>
                <a:gd name="T5" fmla="*/ 49 h 252"/>
                <a:gd name="T6" fmla="*/ 51 w 249"/>
                <a:gd name="T7" fmla="*/ 70 h 252"/>
                <a:gd name="T8" fmla="*/ 39 w 249"/>
                <a:gd name="T9" fmla="*/ 98 h 252"/>
                <a:gd name="T10" fmla="*/ 35 w 249"/>
                <a:gd name="T11" fmla="*/ 126 h 252"/>
                <a:gd name="T12" fmla="*/ 39 w 249"/>
                <a:gd name="T13" fmla="*/ 157 h 252"/>
                <a:gd name="T14" fmla="*/ 51 w 249"/>
                <a:gd name="T15" fmla="*/ 182 h 252"/>
                <a:gd name="T16" fmla="*/ 70 w 249"/>
                <a:gd name="T17" fmla="*/ 203 h 252"/>
                <a:gd name="T18" fmla="*/ 95 w 249"/>
                <a:gd name="T19" fmla="*/ 217 h 252"/>
                <a:gd name="T20" fmla="*/ 125 w 249"/>
                <a:gd name="T21" fmla="*/ 222 h 252"/>
                <a:gd name="T22" fmla="*/ 156 w 249"/>
                <a:gd name="T23" fmla="*/ 217 h 252"/>
                <a:gd name="T24" fmla="*/ 179 w 249"/>
                <a:gd name="T25" fmla="*/ 203 h 252"/>
                <a:gd name="T26" fmla="*/ 200 w 249"/>
                <a:gd name="T27" fmla="*/ 182 h 252"/>
                <a:gd name="T28" fmla="*/ 212 w 249"/>
                <a:gd name="T29" fmla="*/ 157 h 252"/>
                <a:gd name="T30" fmla="*/ 214 w 249"/>
                <a:gd name="T31" fmla="*/ 126 h 252"/>
                <a:gd name="T32" fmla="*/ 212 w 249"/>
                <a:gd name="T33" fmla="*/ 98 h 252"/>
                <a:gd name="T34" fmla="*/ 200 w 249"/>
                <a:gd name="T35" fmla="*/ 70 h 252"/>
                <a:gd name="T36" fmla="*/ 179 w 249"/>
                <a:gd name="T37" fmla="*/ 49 h 252"/>
                <a:gd name="T38" fmla="*/ 156 w 249"/>
                <a:gd name="T39" fmla="*/ 38 h 252"/>
                <a:gd name="T40" fmla="*/ 125 w 249"/>
                <a:gd name="T41" fmla="*/ 33 h 252"/>
                <a:gd name="T42" fmla="*/ 125 w 249"/>
                <a:gd name="T43" fmla="*/ 0 h 252"/>
                <a:gd name="T44" fmla="*/ 165 w 249"/>
                <a:gd name="T45" fmla="*/ 7 h 252"/>
                <a:gd name="T46" fmla="*/ 200 w 249"/>
                <a:gd name="T47" fmla="*/ 26 h 252"/>
                <a:gd name="T48" fmla="*/ 226 w 249"/>
                <a:gd name="T49" fmla="*/ 52 h 252"/>
                <a:gd name="T50" fmla="*/ 244 w 249"/>
                <a:gd name="T51" fmla="*/ 87 h 252"/>
                <a:gd name="T52" fmla="*/ 249 w 249"/>
                <a:gd name="T53" fmla="*/ 126 h 252"/>
                <a:gd name="T54" fmla="*/ 244 w 249"/>
                <a:gd name="T55" fmla="*/ 168 h 252"/>
                <a:gd name="T56" fmla="*/ 226 w 249"/>
                <a:gd name="T57" fmla="*/ 203 h 252"/>
                <a:gd name="T58" fmla="*/ 200 w 249"/>
                <a:gd name="T59" fmla="*/ 229 h 252"/>
                <a:gd name="T60" fmla="*/ 165 w 249"/>
                <a:gd name="T61" fmla="*/ 248 h 252"/>
                <a:gd name="T62" fmla="*/ 125 w 249"/>
                <a:gd name="T63" fmla="*/ 252 h 252"/>
                <a:gd name="T64" fmla="*/ 84 w 249"/>
                <a:gd name="T65" fmla="*/ 248 h 252"/>
                <a:gd name="T66" fmla="*/ 49 w 249"/>
                <a:gd name="T67" fmla="*/ 229 h 252"/>
                <a:gd name="T68" fmla="*/ 23 w 249"/>
                <a:gd name="T69" fmla="*/ 203 h 252"/>
                <a:gd name="T70" fmla="*/ 7 w 249"/>
                <a:gd name="T71" fmla="*/ 168 h 252"/>
                <a:gd name="T72" fmla="*/ 0 w 249"/>
                <a:gd name="T73" fmla="*/ 126 h 252"/>
                <a:gd name="T74" fmla="*/ 7 w 249"/>
                <a:gd name="T75" fmla="*/ 87 h 252"/>
                <a:gd name="T76" fmla="*/ 23 w 249"/>
                <a:gd name="T77" fmla="*/ 52 h 252"/>
                <a:gd name="T78" fmla="*/ 49 w 249"/>
                <a:gd name="T79" fmla="*/ 26 h 252"/>
                <a:gd name="T80" fmla="*/ 84 w 249"/>
                <a:gd name="T81" fmla="*/ 7 h 252"/>
                <a:gd name="T82" fmla="*/ 125 w 249"/>
                <a:gd name="T8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52">
                  <a:moveTo>
                    <a:pt x="125" y="33"/>
                  </a:moveTo>
                  <a:lnTo>
                    <a:pt x="95" y="38"/>
                  </a:lnTo>
                  <a:lnTo>
                    <a:pt x="70" y="49"/>
                  </a:lnTo>
                  <a:lnTo>
                    <a:pt x="51" y="70"/>
                  </a:lnTo>
                  <a:lnTo>
                    <a:pt x="39" y="98"/>
                  </a:lnTo>
                  <a:lnTo>
                    <a:pt x="35" y="126"/>
                  </a:lnTo>
                  <a:lnTo>
                    <a:pt x="39" y="157"/>
                  </a:lnTo>
                  <a:lnTo>
                    <a:pt x="51" y="182"/>
                  </a:lnTo>
                  <a:lnTo>
                    <a:pt x="70" y="203"/>
                  </a:lnTo>
                  <a:lnTo>
                    <a:pt x="95" y="217"/>
                  </a:lnTo>
                  <a:lnTo>
                    <a:pt x="125" y="222"/>
                  </a:lnTo>
                  <a:lnTo>
                    <a:pt x="156" y="217"/>
                  </a:lnTo>
                  <a:lnTo>
                    <a:pt x="179" y="203"/>
                  </a:lnTo>
                  <a:lnTo>
                    <a:pt x="200" y="182"/>
                  </a:lnTo>
                  <a:lnTo>
                    <a:pt x="212" y="157"/>
                  </a:lnTo>
                  <a:lnTo>
                    <a:pt x="214" y="126"/>
                  </a:lnTo>
                  <a:lnTo>
                    <a:pt x="212" y="98"/>
                  </a:lnTo>
                  <a:lnTo>
                    <a:pt x="200" y="70"/>
                  </a:lnTo>
                  <a:lnTo>
                    <a:pt x="179" y="49"/>
                  </a:lnTo>
                  <a:lnTo>
                    <a:pt x="156" y="38"/>
                  </a:lnTo>
                  <a:lnTo>
                    <a:pt x="125" y="33"/>
                  </a:lnTo>
                  <a:close/>
                  <a:moveTo>
                    <a:pt x="125" y="0"/>
                  </a:moveTo>
                  <a:lnTo>
                    <a:pt x="165" y="7"/>
                  </a:lnTo>
                  <a:lnTo>
                    <a:pt x="200" y="26"/>
                  </a:lnTo>
                  <a:lnTo>
                    <a:pt x="226" y="52"/>
                  </a:lnTo>
                  <a:lnTo>
                    <a:pt x="244" y="87"/>
                  </a:lnTo>
                  <a:lnTo>
                    <a:pt x="249" y="126"/>
                  </a:lnTo>
                  <a:lnTo>
                    <a:pt x="244" y="168"/>
                  </a:lnTo>
                  <a:lnTo>
                    <a:pt x="226" y="203"/>
                  </a:lnTo>
                  <a:lnTo>
                    <a:pt x="200" y="229"/>
                  </a:lnTo>
                  <a:lnTo>
                    <a:pt x="165" y="248"/>
                  </a:lnTo>
                  <a:lnTo>
                    <a:pt x="125" y="252"/>
                  </a:lnTo>
                  <a:lnTo>
                    <a:pt x="84" y="248"/>
                  </a:lnTo>
                  <a:lnTo>
                    <a:pt x="49" y="229"/>
                  </a:lnTo>
                  <a:lnTo>
                    <a:pt x="23" y="203"/>
                  </a:lnTo>
                  <a:lnTo>
                    <a:pt x="7" y="168"/>
                  </a:lnTo>
                  <a:lnTo>
                    <a:pt x="0" y="126"/>
                  </a:lnTo>
                  <a:lnTo>
                    <a:pt x="7" y="87"/>
                  </a:lnTo>
                  <a:lnTo>
                    <a:pt x="23" y="52"/>
                  </a:lnTo>
                  <a:lnTo>
                    <a:pt x="49" y="26"/>
                  </a:lnTo>
                  <a:lnTo>
                    <a:pt x="84" y="7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C7394692-1D5B-4A3A-BE52-4CB6852F46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483225" y="5280026"/>
              <a:ext cx="269875" cy="382588"/>
            </a:xfrm>
            <a:custGeom>
              <a:avLst/>
              <a:gdLst>
                <a:gd name="T0" fmla="*/ 32 w 170"/>
                <a:gd name="T1" fmla="*/ 28 h 241"/>
                <a:gd name="T2" fmla="*/ 32 w 170"/>
                <a:gd name="T3" fmla="*/ 105 h 241"/>
                <a:gd name="T4" fmla="*/ 74 w 170"/>
                <a:gd name="T5" fmla="*/ 105 h 241"/>
                <a:gd name="T6" fmla="*/ 90 w 170"/>
                <a:gd name="T7" fmla="*/ 105 h 241"/>
                <a:gd name="T8" fmla="*/ 104 w 170"/>
                <a:gd name="T9" fmla="*/ 101 h 241"/>
                <a:gd name="T10" fmla="*/ 116 w 170"/>
                <a:gd name="T11" fmla="*/ 96 h 241"/>
                <a:gd name="T12" fmla="*/ 123 w 170"/>
                <a:gd name="T13" fmla="*/ 84 h 241"/>
                <a:gd name="T14" fmla="*/ 125 w 170"/>
                <a:gd name="T15" fmla="*/ 68 h 241"/>
                <a:gd name="T16" fmla="*/ 123 w 170"/>
                <a:gd name="T17" fmla="*/ 52 h 241"/>
                <a:gd name="T18" fmla="*/ 116 w 170"/>
                <a:gd name="T19" fmla="*/ 40 h 241"/>
                <a:gd name="T20" fmla="*/ 104 w 170"/>
                <a:gd name="T21" fmla="*/ 33 h 241"/>
                <a:gd name="T22" fmla="*/ 90 w 170"/>
                <a:gd name="T23" fmla="*/ 31 h 241"/>
                <a:gd name="T24" fmla="*/ 74 w 170"/>
                <a:gd name="T25" fmla="*/ 28 h 241"/>
                <a:gd name="T26" fmla="*/ 32 w 170"/>
                <a:gd name="T27" fmla="*/ 28 h 241"/>
                <a:gd name="T28" fmla="*/ 0 w 170"/>
                <a:gd name="T29" fmla="*/ 0 h 241"/>
                <a:gd name="T30" fmla="*/ 83 w 170"/>
                <a:gd name="T31" fmla="*/ 0 h 241"/>
                <a:gd name="T32" fmla="*/ 111 w 170"/>
                <a:gd name="T33" fmla="*/ 3 h 241"/>
                <a:gd name="T34" fmla="*/ 130 w 170"/>
                <a:gd name="T35" fmla="*/ 12 h 241"/>
                <a:gd name="T36" fmla="*/ 144 w 170"/>
                <a:gd name="T37" fmla="*/ 24 h 241"/>
                <a:gd name="T38" fmla="*/ 153 w 170"/>
                <a:gd name="T39" fmla="*/ 38 h 241"/>
                <a:gd name="T40" fmla="*/ 158 w 170"/>
                <a:gd name="T41" fmla="*/ 52 h 241"/>
                <a:gd name="T42" fmla="*/ 160 w 170"/>
                <a:gd name="T43" fmla="*/ 68 h 241"/>
                <a:gd name="T44" fmla="*/ 156 w 170"/>
                <a:gd name="T45" fmla="*/ 89 h 241"/>
                <a:gd name="T46" fmla="*/ 144 w 170"/>
                <a:gd name="T47" fmla="*/ 110 h 241"/>
                <a:gd name="T48" fmla="*/ 125 w 170"/>
                <a:gd name="T49" fmla="*/ 124 h 241"/>
                <a:gd name="T50" fmla="*/ 102 w 170"/>
                <a:gd name="T51" fmla="*/ 131 h 241"/>
                <a:gd name="T52" fmla="*/ 170 w 170"/>
                <a:gd name="T53" fmla="*/ 241 h 241"/>
                <a:gd name="T54" fmla="*/ 130 w 170"/>
                <a:gd name="T55" fmla="*/ 241 h 241"/>
                <a:gd name="T56" fmla="*/ 69 w 170"/>
                <a:gd name="T57" fmla="*/ 133 h 241"/>
                <a:gd name="T58" fmla="*/ 32 w 170"/>
                <a:gd name="T59" fmla="*/ 133 h 241"/>
                <a:gd name="T60" fmla="*/ 32 w 170"/>
                <a:gd name="T61" fmla="*/ 241 h 241"/>
                <a:gd name="T62" fmla="*/ 0 w 170"/>
                <a:gd name="T63" fmla="*/ 241 h 241"/>
                <a:gd name="T64" fmla="*/ 0 w 170"/>
                <a:gd name="T65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1">
                  <a:moveTo>
                    <a:pt x="32" y="28"/>
                  </a:moveTo>
                  <a:lnTo>
                    <a:pt x="32" y="105"/>
                  </a:lnTo>
                  <a:lnTo>
                    <a:pt x="74" y="105"/>
                  </a:lnTo>
                  <a:lnTo>
                    <a:pt x="90" y="105"/>
                  </a:lnTo>
                  <a:lnTo>
                    <a:pt x="104" y="101"/>
                  </a:lnTo>
                  <a:lnTo>
                    <a:pt x="116" y="96"/>
                  </a:lnTo>
                  <a:lnTo>
                    <a:pt x="123" y="84"/>
                  </a:lnTo>
                  <a:lnTo>
                    <a:pt x="125" y="68"/>
                  </a:lnTo>
                  <a:lnTo>
                    <a:pt x="123" y="52"/>
                  </a:lnTo>
                  <a:lnTo>
                    <a:pt x="116" y="40"/>
                  </a:lnTo>
                  <a:lnTo>
                    <a:pt x="104" y="33"/>
                  </a:lnTo>
                  <a:lnTo>
                    <a:pt x="90" y="31"/>
                  </a:lnTo>
                  <a:lnTo>
                    <a:pt x="74" y="28"/>
                  </a:lnTo>
                  <a:lnTo>
                    <a:pt x="32" y="28"/>
                  </a:lnTo>
                  <a:close/>
                  <a:moveTo>
                    <a:pt x="0" y="0"/>
                  </a:moveTo>
                  <a:lnTo>
                    <a:pt x="83" y="0"/>
                  </a:lnTo>
                  <a:lnTo>
                    <a:pt x="111" y="3"/>
                  </a:lnTo>
                  <a:lnTo>
                    <a:pt x="130" y="12"/>
                  </a:lnTo>
                  <a:lnTo>
                    <a:pt x="144" y="24"/>
                  </a:lnTo>
                  <a:lnTo>
                    <a:pt x="153" y="38"/>
                  </a:lnTo>
                  <a:lnTo>
                    <a:pt x="158" y="52"/>
                  </a:lnTo>
                  <a:lnTo>
                    <a:pt x="160" y="68"/>
                  </a:lnTo>
                  <a:lnTo>
                    <a:pt x="156" y="89"/>
                  </a:lnTo>
                  <a:lnTo>
                    <a:pt x="144" y="110"/>
                  </a:lnTo>
                  <a:lnTo>
                    <a:pt x="125" y="124"/>
                  </a:lnTo>
                  <a:lnTo>
                    <a:pt x="102" y="131"/>
                  </a:lnTo>
                  <a:lnTo>
                    <a:pt x="170" y="241"/>
                  </a:lnTo>
                  <a:lnTo>
                    <a:pt x="130" y="241"/>
                  </a:lnTo>
                  <a:lnTo>
                    <a:pt x="69" y="133"/>
                  </a:lnTo>
                  <a:lnTo>
                    <a:pt x="32" y="133"/>
                  </a:lnTo>
                  <a:lnTo>
                    <a:pt x="32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1F1940BD-EDC4-43F8-A4E2-6D056A9942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895975" y="5280026"/>
              <a:ext cx="373063" cy="382588"/>
            </a:xfrm>
            <a:custGeom>
              <a:avLst/>
              <a:gdLst>
                <a:gd name="T0" fmla="*/ 117 w 235"/>
                <a:gd name="T1" fmla="*/ 42 h 241"/>
                <a:gd name="T2" fmla="*/ 72 w 235"/>
                <a:gd name="T3" fmla="*/ 152 h 241"/>
                <a:gd name="T4" fmla="*/ 163 w 235"/>
                <a:gd name="T5" fmla="*/ 152 h 241"/>
                <a:gd name="T6" fmla="*/ 119 w 235"/>
                <a:gd name="T7" fmla="*/ 42 h 241"/>
                <a:gd name="T8" fmla="*/ 117 w 235"/>
                <a:gd name="T9" fmla="*/ 42 h 241"/>
                <a:gd name="T10" fmla="*/ 105 w 235"/>
                <a:gd name="T11" fmla="*/ 0 h 241"/>
                <a:gd name="T12" fmla="*/ 135 w 235"/>
                <a:gd name="T13" fmla="*/ 0 h 241"/>
                <a:gd name="T14" fmla="*/ 235 w 235"/>
                <a:gd name="T15" fmla="*/ 241 h 241"/>
                <a:gd name="T16" fmla="*/ 198 w 235"/>
                <a:gd name="T17" fmla="*/ 241 h 241"/>
                <a:gd name="T18" fmla="*/ 175 w 235"/>
                <a:gd name="T19" fmla="*/ 180 h 241"/>
                <a:gd name="T20" fmla="*/ 61 w 235"/>
                <a:gd name="T21" fmla="*/ 180 h 241"/>
                <a:gd name="T22" fmla="*/ 38 w 235"/>
                <a:gd name="T23" fmla="*/ 241 h 241"/>
                <a:gd name="T24" fmla="*/ 0 w 235"/>
                <a:gd name="T25" fmla="*/ 241 h 241"/>
                <a:gd name="T26" fmla="*/ 105 w 235"/>
                <a:gd name="T2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5" h="241">
                  <a:moveTo>
                    <a:pt x="117" y="42"/>
                  </a:moveTo>
                  <a:lnTo>
                    <a:pt x="72" y="152"/>
                  </a:lnTo>
                  <a:lnTo>
                    <a:pt x="163" y="152"/>
                  </a:lnTo>
                  <a:lnTo>
                    <a:pt x="119" y="42"/>
                  </a:lnTo>
                  <a:lnTo>
                    <a:pt x="117" y="42"/>
                  </a:lnTo>
                  <a:close/>
                  <a:moveTo>
                    <a:pt x="105" y="0"/>
                  </a:moveTo>
                  <a:lnTo>
                    <a:pt x="135" y="0"/>
                  </a:lnTo>
                  <a:lnTo>
                    <a:pt x="235" y="241"/>
                  </a:lnTo>
                  <a:lnTo>
                    <a:pt x="198" y="241"/>
                  </a:lnTo>
                  <a:lnTo>
                    <a:pt x="175" y="180"/>
                  </a:lnTo>
                  <a:lnTo>
                    <a:pt x="61" y="180"/>
                  </a:lnTo>
                  <a:lnTo>
                    <a:pt x="38" y="241"/>
                  </a:lnTo>
                  <a:lnTo>
                    <a:pt x="0" y="24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8F46F961-D81B-4055-B6D7-E6EE66017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21438" y="5268913"/>
              <a:ext cx="254000" cy="400050"/>
            </a:xfrm>
            <a:custGeom>
              <a:avLst/>
              <a:gdLst>
                <a:gd name="T0" fmla="*/ 88 w 160"/>
                <a:gd name="T1" fmla="*/ 0 h 252"/>
                <a:gd name="T2" fmla="*/ 114 w 160"/>
                <a:gd name="T3" fmla="*/ 3 h 252"/>
                <a:gd name="T4" fmla="*/ 137 w 160"/>
                <a:gd name="T5" fmla="*/ 12 h 252"/>
                <a:gd name="T6" fmla="*/ 158 w 160"/>
                <a:gd name="T7" fmla="*/ 28 h 252"/>
                <a:gd name="T8" fmla="*/ 130 w 160"/>
                <a:gd name="T9" fmla="*/ 54 h 252"/>
                <a:gd name="T10" fmla="*/ 114 w 160"/>
                <a:gd name="T11" fmla="*/ 38 h 252"/>
                <a:gd name="T12" fmla="*/ 88 w 160"/>
                <a:gd name="T13" fmla="*/ 33 h 252"/>
                <a:gd name="T14" fmla="*/ 65 w 160"/>
                <a:gd name="T15" fmla="*/ 35 h 252"/>
                <a:gd name="T16" fmla="*/ 51 w 160"/>
                <a:gd name="T17" fmla="*/ 45 h 252"/>
                <a:gd name="T18" fmla="*/ 44 w 160"/>
                <a:gd name="T19" fmla="*/ 56 h 252"/>
                <a:gd name="T20" fmla="*/ 42 w 160"/>
                <a:gd name="T21" fmla="*/ 68 h 252"/>
                <a:gd name="T22" fmla="*/ 46 w 160"/>
                <a:gd name="T23" fmla="*/ 84 h 252"/>
                <a:gd name="T24" fmla="*/ 56 w 160"/>
                <a:gd name="T25" fmla="*/ 96 h 252"/>
                <a:gd name="T26" fmla="*/ 72 w 160"/>
                <a:gd name="T27" fmla="*/ 105 h 252"/>
                <a:gd name="T28" fmla="*/ 91 w 160"/>
                <a:gd name="T29" fmla="*/ 110 h 252"/>
                <a:gd name="T30" fmla="*/ 112 w 160"/>
                <a:gd name="T31" fmla="*/ 117 h 252"/>
                <a:gd name="T32" fmla="*/ 130 w 160"/>
                <a:gd name="T33" fmla="*/ 126 h 252"/>
                <a:gd name="T34" fmla="*/ 144 w 160"/>
                <a:gd name="T35" fmla="*/ 138 h 252"/>
                <a:gd name="T36" fmla="*/ 156 w 160"/>
                <a:gd name="T37" fmla="*/ 154 h 252"/>
                <a:gd name="T38" fmla="*/ 160 w 160"/>
                <a:gd name="T39" fmla="*/ 180 h 252"/>
                <a:gd name="T40" fmla="*/ 156 w 160"/>
                <a:gd name="T41" fmla="*/ 203 h 252"/>
                <a:gd name="T42" fmla="*/ 144 w 160"/>
                <a:gd name="T43" fmla="*/ 224 h 252"/>
                <a:gd name="T44" fmla="*/ 125 w 160"/>
                <a:gd name="T45" fmla="*/ 241 h 252"/>
                <a:gd name="T46" fmla="*/ 102 w 160"/>
                <a:gd name="T47" fmla="*/ 250 h 252"/>
                <a:gd name="T48" fmla="*/ 77 w 160"/>
                <a:gd name="T49" fmla="*/ 252 h 252"/>
                <a:gd name="T50" fmla="*/ 46 w 160"/>
                <a:gd name="T51" fmla="*/ 250 h 252"/>
                <a:gd name="T52" fmla="*/ 21 w 160"/>
                <a:gd name="T53" fmla="*/ 238 h 252"/>
                <a:gd name="T54" fmla="*/ 0 w 160"/>
                <a:gd name="T55" fmla="*/ 220 h 252"/>
                <a:gd name="T56" fmla="*/ 28 w 160"/>
                <a:gd name="T57" fmla="*/ 196 h 252"/>
                <a:gd name="T58" fmla="*/ 42 w 160"/>
                <a:gd name="T59" fmla="*/ 210 h 252"/>
                <a:gd name="T60" fmla="*/ 58 w 160"/>
                <a:gd name="T61" fmla="*/ 220 h 252"/>
                <a:gd name="T62" fmla="*/ 77 w 160"/>
                <a:gd name="T63" fmla="*/ 222 h 252"/>
                <a:gd name="T64" fmla="*/ 93 w 160"/>
                <a:gd name="T65" fmla="*/ 220 h 252"/>
                <a:gd name="T66" fmla="*/ 109 w 160"/>
                <a:gd name="T67" fmla="*/ 213 h 252"/>
                <a:gd name="T68" fmla="*/ 121 w 160"/>
                <a:gd name="T69" fmla="*/ 201 h 252"/>
                <a:gd name="T70" fmla="*/ 125 w 160"/>
                <a:gd name="T71" fmla="*/ 182 h 252"/>
                <a:gd name="T72" fmla="*/ 121 w 160"/>
                <a:gd name="T73" fmla="*/ 168 h 252"/>
                <a:gd name="T74" fmla="*/ 109 w 160"/>
                <a:gd name="T75" fmla="*/ 157 h 252"/>
                <a:gd name="T76" fmla="*/ 95 w 160"/>
                <a:gd name="T77" fmla="*/ 150 h 252"/>
                <a:gd name="T78" fmla="*/ 77 w 160"/>
                <a:gd name="T79" fmla="*/ 143 h 252"/>
                <a:gd name="T80" fmla="*/ 56 w 160"/>
                <a:gd name="T81" fmla="*/ 136 h 252"/>
                <a:gd name="T82" fmla="*/ 37 w 160"/>
                <a:gd name="T83" fmla="*/ 126 h 252"/>
                <a:gd name="T84" fmla="*/ 23 w 160"/>
                <a:gd name="T85" fmla="*/ 115 h 252"/>
                <a:gd name="T86" fmla="*/ 11 w 160"/>
                <a:gd name="T87" fmla="*/ 96 h 252"/>
                <a:gd name="T88" fmla="*/ 7 w 160"/>
                <a:gd name="T89" fmla="*/ 68 h 252"/>
                <a:gd name="T90" fmla="*/ 11 w 160"/>
                <a:gd name="T91" fmla="*/ 52 h 252"/>
                <a:gd name="T92" fmla="*/ 18 w 160"/>
                <a:gd name="T93" fmla="*/ 33 h 252"/>
                <a:gd name="T94" fmla="*/ 35 w 160"/>
                <a:gd name="T95" fmla="*/ 17 h 252"/>
                <a:gd name="T96" fmla="*/ 58 w 160"/>
                <a:gd name="T97" fmla="*/ 5 h 252"/>
                <a:gd name="T98" fmla="*/ 88 w 160"/>
                <a:gd name="T9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0" h="252">
                  <a:moveTo>
                    <a:pt x="88" y="0"/>
                  </a:moveTo>
                  <a:lnTo>
                    <a:pt x="114" y="3"/>
                  </a:lnTo>
                  <a:lnTo>
                    <a:pt x="137" y="12"/>
                  </a:lnTo>
                  <a:lnTo>
                    <a:pt x="158" y="28"/>
                  </a:lnTo>
                  <a:lnTo>
                    <a:pt x="130" y="54"/>
                  </a:lnTo>
                  <a:lnTo>
                    <a:pt x="114" y="38"/>
                  </a:lnTo>
                  <a:lnTo>
                    <a:pt x="88" y="33"/>
                  </a:lnTo>
                  <a:lnTo>
                    <a:pt x="65" y="35"/>
                  </a:lnTo>
                  <a:lnTo>
                    <a:pt x="51" y="45"/>
                  </a:lnTo>
                  <a:lnTo>
                    <a:pt x="44" y="56"/>
                  </a:lnTo>
                  <a:lnTo>
                    <a:pt x="42" y="68"/>
                  </a:lnTo>
                  <a:lnTo>
                    <a:pt x="46" y="84"/>
                  </a:lnTo>
                  <a:lnTo>
                    <a:pt x="56" y="96"/>
                  </a:lnTo>
                  <a:lnTo>
                    <a:pt x="72" y="105"/>
                  </a:lnTo>
                  <a:lnTo>
                    <a:pt x="91" y="110"/>
                  </a:lnTo>
                  <a:lnTo>
                    <a:pt x="112" y="117"/>
                  </a:lnTo>
                  <a:lnTo>
                    <a:pt x="130" y="126"/>
                  </a:lnTo>
                  <a:lnTo>
                    <a:pt x="144" y="138"/>
                  </a:lnTo>
                  <a:lnTo>
                    <a:pt x="156" y="154"/>
                  </a:lnTo>
                  <a:lnTo>
                    <a:pt x="160" y="180"/>
                  </a:lnTo>
                  <a:lnTo>
                    <a:pt x="156" y="203"/>
                  </a:lnTo>
                  <a:lnTo>
                    <a:pt x="144" y="224"/>
                  </a:lnTo>
                  <a:lnTo>
                    <a:pt x="125" y="241"/>
                  </a:lnTo>
                  <a:lnTo>
                    <a:pt x="102" y="250"/>
                  </a:lnTo>
                  <a:lnTo>
                    <a:pt x="77" y="252"/>
                  </a:lnTo>
                  <a:lnTo>
                    <a:pt x="46" y="250"/>
                  </a:lnTo>
                  <a:lnTo>
                    <a:pt x="21" y="238"/>
                  </a:lnTo>
                  <a:lnTo>
                    <a:pt x="0" y="220"/>
                  </a:lnTo>
                  <a:lnTo>
                    <a:pt x="28" y="196"/>
                  </a:lnTo>
                  <a:lnTo>
                    <a:pt x="42" y="210"/>
                  </a:lnTo>
                  <a:lnTo>
                    <a:pt x="58" y="220"/>
                  </a:lnTo>
                  <a:lnTo>
                    <a:pt x="77" y="222"/>
                  </a:lnTo>
                  <a:lnTo>
                    <a:pt x="93" y="220"/>
                  </a:lnTo>
                  <a:lnTo>
                    <a:pt x="109" y="213"/>
                  </a:lnTo>
                  <a:lnTo>
                    <a:pt x="121" y="201"/>
                  </a:lnTo>
                  <a:lnTo>
                    <a:pt x="125" y="182"/>
                  </a:lnTo>
                  <a:lnTo>
                    <a:pt x="121" y="168"/>
                  </a:lnTo>
                  <a:lnTo>
                    <a:pt x="109" y="157"/>
                  </a:lnTo>
                  <a:lnTo>
                    <a:pt x="95" y="150"/>
                  </a:lnTo>
                  <a:lnTo>
                    <a:pt x="77" y="143"/>
                  </a:lnTo>
                  <a:lnTo>
                    <a:pt x="56" y="136"/>
                  </a:lnTo>
                  <a:lnTo>
                    <a:pt x="37" y="126"/>
                  </a:lnTo>
                  <a:lnTo>
                    <a:pt x="23" y="115"/>
                  </a:lnTo>
                  <a:lnTo>
                    <a:pt x="11" y="96"/>
                  </a:lnTo>
                  <a:lnTo>
                    <a:pt x="7" y="68"/>
                  </a:lnTo>
                  <a:lnTo>
                    <a:pt x="11" y="52"/>
                  </a:lnTo>
                  <a:lnTo>
                    <a:pt x="18" y="33"/>
                  </a:lnTo>
                  <a:lnTo>
                    <a:pt x="35" y="17"/>
                  </a:lnTo>
                  <a:lnTo>
                    <a:pt x="58" y="5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23FC9197-304A-4963-9AF0-BDBBA594E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38938" y="5280026"/>
              <a:ext cx="395288" cy="382588"/>
            </a:xfrm>
            <a:custGeom>
              <a:avLst/>
              <a:gdLst>
                <a:gd name="T0" fmla="*/ 0 w 249"/>
                <a:gd name="T1" fmla="*/ 0 h 241"/>
                <a:gd name="T2" fmla="*/ 49 w 249"/>
                <a:gd name="T3" fmla="*/ 0 h 241"/>
                <a:gd name="T4" fmla="*/ 123 w 249"/>
                <a:gd name="T5" fmla="*/ 182 h 241"/>
                <a:gd name="T6" fmla="*/ 126 w 249"/>
                <a:gd name="T7" fmla="*/ 182 h 241"/>
                <a:gd name="T8" fmla="*/ 200 w 249"/>
                <a:gd name="T9" fmla="*/ 0 h 241"/>
                <a:gd name="T10" fmla="*/ 249 w 249"/>
                <a:gd name="T11" fmla="*/ 0 h 241"/>
                <a:gd name="T12" fmla="*/ 249 w 249"/>
                <a:gd name="T13" fmla="*/ 241 h 241"/>
                <a:gd name="T14" fmla="*/ 216 w 249"/>
                <a:gd name="T15" fmla="*/ 241 h 241"/>
                <a:gd name="T16" fmla="*/ 216 w 249"/>
                <a:gd name="T17" fmla="*/ 42 h 241"/>
                <a:gd name="T18" fmla="*/ 216 w 249"/>
                <a:gd name="T19" fmla="*/ 42 h 241"/>
                <a:gd name="T20" fmla="*/ 135 w 249"/>
                <a:gd name="T21" fmla="*/ 241 h 241"/>
                <a:gd name="T22" fmla="*/ 114 w 249"/>
                <a:gd name="T23" fmla="*/ 241 h 241"/>
                <a:gd name="T24" fmla="*/ 33 w 249"/>
                <a:gd name="T25" fmla="*/ 42 h 241"/>
                <a:gd name="T26" fmla="*/ 33 w 249"/>
                <a:gd name="T27" fmla="*/ 42 h 241"/>
                <a:gd name="T28" fmla="*/ 33 w 249"/>
                <a:gd name="T29" fmla="*/ 241 h 241"/>
                <a:gd name="T30" fmla="*/ 0 w 249"/>
                <a:gd name="T31" fmla="*/ 241 h 241"/>
                <a:gd name="T32" fmla="*/ 0 w 249"/>
                <a:gd name="T3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9" h="241">
                  <a:moveTo>
                    <a:pt x="0" y="0"/>
                  </a:moveTo>
                  <a:lnTo>
                    <a:pt x="49" y="0"/>
                  </a:lnTo>
                  <a:lnTo>
                    <a:pt x="123" y="182"/>
                  </a:lnTo>
                  <a:lnTo>
                    <a:pt x="126" y="182"/>
                  </a:lnTo>
                  <a:lnTo>
                    <a:pt x="200" y="0"/>
                  </a:lnTo>
                  <a:lnTo>
                    <a:pt x="249" y="0"/>
                  </a:lnTo>
                  <a:lnTo>
                    <a:pt x="249" y="241"/>
                  </a:lnTo>
                  <a:lnTo>
                    <a:pt x="216" y="241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135" y="241"/>
                  </a:lnTo>
                  <a:lnTo>
                    <a:pt x="114" y="241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3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B9971C12-812F-4F4A-AB6E-542EBA9C6A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70738" y="5280026"/>
              <a:ext cx="377825" cy="382588"/>
            </a:xfrm>
            <a:custGeom>
              <a:avLst/>
              <a:gdLst>
                <a:gd name="T0" fmla="*/ 119 w 238"/>
                <a:gd name="T1" fmla="*/ 42 h 241"/>
                <a:gd name="T2" fmla="*/ 72 w 238"/>
                <a:gd name="T3" fmla="*/ 152 h 241"/>
                <a:gd name="T4" fmla="*/ 163 w 238"/>
                <a:gd name="T5" fmla="*/ 152 h 241"/>
                <a:gd name="T6" fmla="*/ 119 w 238"/>
                <a:gd name="T7" fmla="*/ 42 h 241"/>
                <a:gd name="T8" fmla="*/ 119 w 238"/>
                <a:gd name="T9" fmla="*/ 42 h 241"/>
                <a:gd name="T10" fmla="*/ 105 w 238"/>
                <a:gd name="T11" fmla="*/ 0 h 241"/>
                <a:gd name="T12" fmla="*/ 135 w 238"/>
                <a:gd name="T13" fmla="*/ 0 h 241"/>
                <a:gd name="T14" fmla="*/ 238 w 238"/>
                <a:gd name="T15" fmla="*/ 241 h 241"/>
                <a:gd name="T16" fmla="*/ 200 w 238"/>
                <a:gd name="T17" fmla="*/ 241 h 241"/>
                <a:gd name="T18" fmla="*/ 175 w 238"/>
                <a:gd name="T19" fmla="*/ 180 h 241"/>
                <a:gd name="T20" fmla="*/ 61 w 238"/>
                <a:gd name="T21" fmla="*/ 180 h 241"/>
                <a:gd name="T22" fmla="*/ 37 w 238"/>
                <a:gd name="T23" fmla="*/ 241 h 241"/>
                <a:gd name="T24" fmla="*/ 0 w 238"/>
                <a:gd name="T25" fmla="*/ 241 h 241"/>
                <a:gd name="T26" fmla="*/ 105 w 238"/>
                <a:gd name="T2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8" h="241">
                  <a:moveTo>
                    <a:pt x="119" y="42"/>
                  </a:moveTo>
                  <a:lnTo>
                    <a:pt x="72" y="152"/>
                  </a:lnTo>
                  <a:lnTo>
                    <a:pt x="163" y="152"/>
                  </a:lnTo>
                  <a:lnTo>
                    <a:pt x="119" y="42"/>
                  </a:lnTo>
                  <a:lnTo>
                    <a:pt x="119" y="42"/>
                  </a:lnTo>
                  <a:close/>
                  <a:moveTo>
                    <a:pt x="105" y="0"/>
                  </a:moveTo>
                  <a:lnTo>
                    <a:pt x="135" y="0"/>
                  </a:lnTo>
                  <a:lnTo>
                    <a:pt x="238" y="241"/>
                  </a:lnTo>
                  <a:lnTo>
                    <a:pt x="200" y="241"/>
                  </a:lnTo>
                  <a:lnTo>
                    <a:pt x="175" y="180"/>
                  </a:lnTo>
                  <a:lnTo>
                    <a:pt x="61" y="180"/>
                  </a:lnTo>
                  <a:lnTo>
                    <a:pt x="37" y="241"/>
                  </a:lnTo>
                  <a:lnTo>
                    <a:pt x="0" y="24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5E8976EB-26F3-46F3-B521-3B821CE219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88250" y="5280026"/>
              <a:ext cx="269875" cy="382588"/>
            </a:xfrm>
            <a:custGeom>
              <a:avLst/>
              <a:gdLst>
                <a:gd name="T0" fmla="*/ 33 w 170"/>
                <a:gd name="T1" fmla="*/ 28 h 241"/>
                <a:gd name="T2" fmla="*/ 33 w 170"/>
                <a:gd name="T3" fmla="*/ 105 h 241"/>
                <a:gd name="T4" fmla="*/ 75 w 170"/>
                <a:gd name="T5" fmla="*/ 105 h 241"/>
                <a:gd name="T6" fmla="*/ 91 w 170"/>
                <a:gd name="T7" fmla="*/ 105 h 241"/>
                <a:gd name="T8" fmla="*/ 105 w 170"/>
                <a:gd name="T9" fmla="*/ 101 h 241"/>
                <a:gd name="T10" fmla="*/ 117 w 170"/>
                <a:gd name="T11" fmla="*/ 96 h 241"/>
                <a:gd name="T12" fmla="*/ 124 w 170"/>
                <a:gd name="T13" fmla="*/ 84 h 241"/>
                <a:gd name="T14" fmla="*/ 126 w 170"/>
                <a:gd name="T15" fmla="*/ 68 h 241"/>
                <a:gd name="T16" fmla="*/ 124 w 170"/>
                <a:gd name="T17" fmla="*/ 52 h 241"/>
                <a:gd name="T18" fmla="*/ 117 w 170"/>
                <a:gd name="T19" fmla="*/ 40 h 241"/>
                <a:gd name="T20" fmla="*/ 105 w 170"/>
                <a:gd name="T21" fmla="*/ 33 h 241"/>
                <a:gd name="T22" fmla="*/ 91 w 170"/>
                <a:gd name="T23" fmla="*/ 31 h 241"/>
                <a:gd name="T24" fmla="*/ 75 w 170"/>
                <a:gd name="T25" fmla="*/ 28 h 241"/>
                <a:gd name="T26" fmla="*/ 33 w 170"/>
                <a:gd name="T27" fmla="*/ 28 h 241"/>
                <a:gd name="T28" fmla="*/ 0 w 170"/>
                <a:gd name="T29" fmla="*/ 0 h 241"/>
                <a:gd name="T30" fmla="*/ 84 w 170"/>
                <a:gd name="T31" fmla="*/ 0 h 241"/>
                <a:gd name="T32" fmla="*/ 112 w 170"/>
                <a:gd name="T33" fmla="*/ 3 h 241"/>
                <a:gd name="T34" fmla="*/ 131 w 170"/>
                <a:gd name="T35" fmla="*/ 12 h 241"/>
                <a:gd name="T36" fmla="*/ 145 w 170"/>
                <a:gd name="T37" fmla="*/ 24 h 241"/>
                <a:gd name="T38" fmla="*/ 154 w 170"/>
                <a:gd name="T39" fmla="*/ 38 h 241"/>
                <a:gd name="T40" fmla="*/ 158 w 170"/>
                <a:gd name="T41" fmla="*/ 52 h 241"/>
                <a:gd name="T42" fmla="*/ 161 w 170"/>
                <a:gd name="T43" fmla="*/ 68 h 241"/>
                <a:gd name="T44" fmla="*/ 156 w 170"/>
                <a:gd name="T45" fmla="*/ 89 h 241"/>
                <a:gd name="T46" fmla="*/ 145 w 170"/>
                <a:gd name="T47" fmla="*/ 110 h 241"/>
                <a:gd name="T48" fmla="*/ 126 w 170"/>
                <a:gd name="T49" fmla="*/ 124 h 241"/>
                <a:gd name="T50" fmla="*/ 103 w 170"/>
                <a:gd name="T51" fmla="*/ 131 h 241"/>
                <a:gd name="T52" fmla="*/ 170 w 170"/>
                <a:gd name="T53" fmla="*/ 241 h 241"/>
                <a:gd name="T54" fmla="*/ 128 w 170"/>
                <a:gd name="T55" fmla="*/ 241 h 241"/>
                <a:gd name="T56" fmla="*/ 68 w 170"/>
                <a:gd name="T57" fmla="*/ 133 h 241"/>
                <a:gd name="T58" fmla="*/ 33 w 170"/>
                <a:gd name="T59" fmla="*/ 133 h 241"/>
                <a:gd name="T60" fmla="*/ 33 w 170"/>
                <a:gd name="T61" fmla="*/ 241 h 241"/>
                <a:gd name="T62" fmla="*/ 0 w 170"/>
                <a:gd name="T63" fmla="*/ 241 h 241"/>
                <a:gd name="T64" fmla="*/ 0 w 170"/>
                <a:gd name="T65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1">
                  <a:moveTo>
                    <a:pt x="33" y="28"/>
                  </a:moveTo>
                  <a:lnTo>
                    <a:pt x="33" y="105"/>
                  </a:lnTo>
                  <a:lnTo>
                    <a:pt x="75" y="105"/>
                  </a:lnTo>
                  <a:lnTo>
                    <a:pt x="91" y="105"/>
                  </a:lnTo>
                  <a:lnTo>
                    <a:pt x="105" y="101"/>
                  </a:lnTo>
                  <a:lnTo>
                    <a:pt x="117" y="96"/>
                  </a:lnTo>
                  <a:lnTo>
                    <a:pt x="124" y="84"/>
                  </a:lnTo>
                  <a:lnTo>
                    <a:pt x="126" y="68"/>
                  </a:lnTo>
                  <a:lnTo>
                    <a:pt x="124" y="52"/>
                  </a:lnTo>
                  <a:lnTo>
                    <a:pt x="117" y="40"/>
                  </a:lnTo>
                  <a:lnTo>
                    <a:pt x="105" y="33"/>
                  </a:lnTo>
                  <a:lnTo>
                    <a:pt x="91" y="31"/>
                  </a:lnTo>
                  <a:lnTo>
                    <a:pt x="75" y="28"/>
                  </a:lnTo>
                  <a:lnTo>
                    <a:pt x="33" y="28"/>
                  </a:lnTo>
                  <a:close/>
                  <a:moveTo>
                    <a:pt x="0" y="0"/>
                  </a:moveTo>
                  <a:lnTo>
                    <a:pt x="84" y="0"/>
                  </a:lnTo>
                  <a:lnTo>
                    <a:pt x="112" y="3"/>
                  </a:lnTo>
                  <a:lnTo>
                    <a:pt x="131" y="12"/>
                  </a:lnTo>
                  <a:lnTo>
                    <a:pt x="145" y="24"/>
                  </a:lnTo>
                  <a:lnTo>
                    <a:pt x="154" y="38"/>
                  </a:lnTo>
                  <a:lnTo>
                    <a:pt x="158" y="52"/>
                  </a:lnTo>
                  <a:lnTo>
                    <a:pt x="161" y="68"/>
                  </a:lnTo>
                  <a:lnTo>
                    <a:pt x="156" y="89"/>
                  </a:lnTo>
                  <a:lnTo>
                    <a:pt x="145" y="110"/>
                  </a:lnTo>
                  <a:lnTo>
                    <a:pt x="126" y="124"/>
                  </a:lnTo>
                  <a:lnTo>
                    <a:pt x="103" y="131"/>
                  </a:lnTo>
                  <a:lnTo>
                    <a:pt x="170" y="241"/>
                  </a:lnTo>
                  <a:lnTo>
                    <a:pt x="128" y="241"/>
                  </a:lnTo>
                  <a:lnTo>
                    <a:pt x="68" y="133"/>
                  </a:lnTo>
                  <a:lnTo>
                    <a:pt x="33" y="133"/>
                  </a:lnTo>
                  <a:lnTo>
                    <a:pt x="33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67ECA2D0-2E7D-4616-8EF0-D7325EC2EE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6063" y="5280026"/>
              <a:ext cx="295275" cy="382588"/>
            </a:xfrm>
            <a:custGeom>
              <a:avLst/>
              <a:gdLst>
                <a:gd name="T0" fmla="*/ 0 w 186"/>
                <a:gd name="T1" fmla="*/ 0 h 241"/>
                <a:gd name="T2" fmla="*/ 186 w 186"/>
                <a:gd name="T3" fmla="*/ 0 h 241"/>
                <a:gd name="T4" fmla="*/ 186 w 186"/>
                <a:gd name="T5" fmla="*/ 31 h 241"/>
                <a:gd name="T6" fmla="*/ 109 w 186"/>
                <a:gd name="T7" fmla="*/ 31 h 241"/>
                <a:gd name="T8" fmla="*/ 109 w 186"/>
                <a:gd name="T9" fmla="*/ 241 h 241"/>
                <a:gd name="T10" fmla="*/ 77 w 186"/>
                <a:gd name="T11" fmla="*/ 241 h 241"/>
                <a:gd name="T12" fmla="*/ 77 w 186"/>
                <a:gd name="T13" fmla="*/ 31 h 241"/>
                <a:gd name="T14" fmla="*/ 0 w 186"/>
                <a:gd name="T15" fmla="*/ 31 h 241"/>
                <a:gd name="T16" fmla="*/ 0 w 186"/>
                <a:gd name="T1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6" h="241">
                  <a:moveTo>
                    <a:pt x="0" y="0"/>
                  </a:moveTo>
                  <a:lnTo>
                    <a:pt x="186" y="0"/>
                  </a:lnTo>
                  <a:lnTo>
                    <a:pt x="186" y="31"/>
                  </a:lnTo>
                  <a:lnTo>
                    <a:pt x="109" y="31"/>
                  </a:lnTo>
                  <a:lnTo>
                    <a:pt x="109" y="241"/>
                  </a:lnTo>
                  <a:lnTo>
                    <a:pt x="77" y="241"/>
                  </a:lnTo>
                  <a:lnTo>
                    <a:pt x="77" y="31"/>
                  </a:lnTo>
                  <a:lnTo>
                    <a:pt x="0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1FF5B2F2-E920-434E-A3C7-3DF026735A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05788" y="5280026"/>
              <a:ext cx="254000" cy="382588"/>
            </a:xfrm>
            <a:custGeom>
              <a:avLst/>
              <a:gdLst>
                <a:gd name="T0" fmla="*/ 0 w 160"/>
                <a:gd name="T1" fmla="*/ 0 h 241"/>
                <a:gd name="T2" fmla="*/ 156 w 160"/>
                <a:gd name="T3" fmla="*/ 0 h 241"/>
                <a:gd name="T4" fmla="*/ 156 w 160"/>
                <a:gd name="T5" fmla="*/ 31 h 241"/>
                <a:gd name="T6" fmla="*/ 32 w 160"/>
                <a:gd name="T7" fmla="*/ 31 h 241"/>
                <a:gd name="T8" fmla="*/ 32 w 160"/>
                <a:gd name="T9" fmla="*/ 103 h 241"/>
                <a:gd name="T10" fmla="*/ 146 w 160"/>
                <a:gd name="T11" fmla="*/ 103 h 241"/>
                <a:gd name="T12" fmla="*/ 146 w 160"/>
                <a:gd name="T13" fmla="*/ 133 h 241"/>
                <a:gd name="T14" fmla="*/ 32 w 160"/>
                <a:gd name="T15" fmla="*/ 133 h 241"/>
                <a:gd name="T16" fmla="*/ 32 w 160"/>
                <a:gd name="T17" fmla="*/ 210 h 241"/>
                <a:gd name="T18" fmla="*/ 160 w 160"/>
                <a:gd name="T19" fmla="*/ 210 h 241"/>
                <a:gd name="T20" fmla="*/ 160 w 160"/>
                <a:gd name="T21" fmla="*/ 241 h 241"/>
                <a:gd name="T22" fmla="*/ 0 w 160"/>
                <a:gd name="T23" fmla="*/ 241 h 241"/>
                <a:gd name="T24" fmla="*/ 0 w 160"/>
                <a:gd name="T25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" h="241">
                  <a:moveTo>
                    <a:pt x="0" y="0"/>
                  </a:moveTo>
                  <a:lnTo>
                    <a:pt x="156" y="0"/>
                  </a:lnTo>
                  <a:lnTo>
                    <a:pt x="156" y="31"/>
                  </a:lnTo>
                  <a:lnTo>
                    <a:pt x="32" y="31"/>
                  </a:lnTo>
                  <a:lnTo>
                    <a:pt x="32" y="103"/>
                  </a:lnTo>
                  <a:lnTo>
                    <a:pt x="146" y="103"/>
                  </a:lnTo>
                  <a:lnTo>
                    <a:pt x="146" y="133"/>
                  </a:lnTo>
                  <a:lnTo>
                    <a:pt x="32" y="133"/>
                  </a:lnTo>
                  <a:lnTo>
                    <a:pt x="32" y="210"/>
                  </a:lnTo>
                  <a:lnTo>
                    <a:pt x="160" y="210"/>
                  </a:lnTo>
                  <a:lnTo>
                    <a:pt x="160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A02D6F3D-F77C-43BD-836A-F1FF029D4E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26463" y="5280026"/>
              <a:ext cx="269875" cy="382588"/>
            </a:xfrm>
            <a:custGeom>
              <a:avLst/>
              <a:gdLst>
                <a:gd name="T0" fmla="*/ 33 w 170"/>
                <a:gd name="T1" fmla="*/ 28 h 241"/>
                <a:gd name="T2" fmla="*/ 33 w 170"/>
                <a:gd name="T3" fmla="*/ 105 h 241"/>
                <a:gd name="T4" fmla="*/ 75 w 170"/>
                <a:gd name="T5" fmla="*/ 105 h 241"/>
                <a:gd name="T6" fmla="*/ 89 w 170"/>
                <a:gd name="T7" fmla="*/ 105 h 241"/>
                <a:gd name="T8" fmla="*/ 103 w 170"/>
                <a:gd name="T9" fmla="*/ 101 h 241"/>
                <a:gd name="T10" fmla="*/ 114 w 170"/>
                <a:gd name="T11" fmla="*/ 96 h 241"/>
                <a:gd name="T12" fmla="*/ 124 w 170"/>
                <a:gd name="T13" fmla="*/ 84 h 241"/>
                <a:gd name="T14" fmla="*/ 126 w 170"/>
                <a:gd name="T15" fmla="*/ 68 h 241"/>
                <a:gd name="T16" fmla="*/ 124 w 170"/>
                <a:gd name="T17" fmla="*/ 52 h 241"/>
                <a:gd name="T18" fmla="*/ 114 w 170"/>
                <a:gd name="T19" fmla="*/ 40 h 241"/>
                <a:gd name="T20" fmla="*/ 103 w 170"/>
                <a:gd name="T21" fmla="*/ 33 h 241"/>
                <a:gd name="T22" fmla="*/ 89 w 170"/>
                <a:gd name="T23" fmla="*/ 31 h 241"/>
                <a:gd name="T24" fmla="*/ 75 w 170"/>
                <a:gd name="T25" fmla="*/ 28 h 241"/>
                <a:gd name="T26" fmla="*/ 33 w 170"/>
                <a:gd name="T27" fmla="*/ 28 h 241"/>
                <a:gd name="T28" fmla="*/ 0 w 170"/>
                <a:gd name="T29" fmla="*/ 0 h 241"/>
                <a:gd name="T30" fmla="*/ 84 w 170"/>
                <a:gd name="T31" fmla="*/ 0 h 241"/>
                <a:gd name="T32" fmla="*/ 110 w 170"/>
                <a:gd name="T33" fmla="*/ 3 h 241"/>
                <a:gd name="T34" fmla="*/ 131 w 170"/>
                <a:gd name="T35" fmla="*/ 12 h 241"/>
                <a:gd name="T36" fmla="*/ 145 w 170"/>
                <a:gd name="T37" fmla="*/ 24 h 241"/>
                <a:gd name="T38" fmla="*/ 154 w 170"/>
                <a:gd name="T39" fmla="*/ 38 h 241"/>
                <a:gd name="T40" fmla="*/ 159 w 170"/>
                <a:gd name="T41" fmla="*/ 52 h 241"/>
                <a:gd name="T42" fmla="*/ 161 w 170"/>
                <a:gd name="T43" fmla="*/ 68 h 241"/>
                <a:gd name="T44" fmla="*/ 156 w 170"/>
                <a:gd name="T45" fmla="*/ 89 h 241"/>
                <a:gd name="T46" fmla="*/ 145 w 170"/>
                <a:gd name="T47" fmla="*/ 110 h 241"/>
                <a:gd name="T48" fmla="*/ 126 w 170"/>
                <a:gd name="T49" fmla="*/ 124 h 241"/>
                <a:gd name="T50" fmla="*/ 100 w 170"/>
                <a:gd name="T51" fmla="*/ 131 h 241"/>
                <a:gd name="T52" fmla="*/ 170 w 170"/>
                <a:gd name="T53" fmla="*/ 241 h 241"/>
                <a:gd name="T54" fmla="*/ 128 w 170"/>
                <a:gd name="T55" fmla="*/ 241 h 241"/>
                <a:gd name="T56" fmla="*/ 68 w 170"/>
                <a:gd name="T57" fmla="*/ 133 h 241"/>
                <a:gd name="T58" fmla="*/ 33 w 170"/>
                <a:gd name="T59" fmla="*/ 133 h 241"/>
                <a:gd name="T60" fmla="*/ 33 w 170"/>
                <a:gd name="T61" fmla="*/ 241 h 241"/>
                <a:gd name="T62" fmla="*/ 0 w 170"/>
                <a:gd name="T63" fmla="*/ 241 h 241"/>
                <a:gd name="T64" fmla="*/ 0 w 170"/>
                <a:gd name="T65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1">
                  <a:moveTo>
                    <a:pt x="33" y="28"/>
                  </a:moveTo>
                  <a:lnTo>
                    <a:pt x="33" y="105"/>
                  </a:lnTo>
                  <a:lnTo>
                    <a:pt x="75" y="105"/>
                  </a:lnTo>
                  <a:lnTo>
                    <a:pt x="89" y="105"/>
                  </a:lnTo>
                  <a:lnTo>
                    <a:pt x="103" y="101"/>
                  </a:lnTo>
                  <a:lnTo>
                    <a:pt x="114" y="96"/>
                  </a:lnTo>
                  <a:lnTo>
                    <a:pt x="124" y="84"/>
                  </a:lnTo>
                  <a:lnTo>
                    <a:pt x="126" y="68"/>
                  </a:lnTo>
                  <a:lnTo>
                    <a:pt x="124" y="52"/>
                  </a:lnTo>
                  <a:lnTo>
                    <a:pt x="114" y="40"/>
                  </a:lnTo>
                  <a:lnTo>
                    <a:pt x="103" y="33"/>
                  </a:lnTo>
                  <a:lnTo>
                    <a:pt x="89" y="31"/>
                  </a:lnTo>
                  <a:lnTo>
                    <a:pt x="75" y="28"/>
                  </a:lnTo>
                  <a:lnTo>
                    <a:pt x="33" y="28"/>
                  </a:lnTo>
                  <a:close/>
                  <a:moveTo>
                    <a:pt x="0" y="0"/>
                  </a:moveTo>
                  <a:lnTo>
                    <a:pt x="84" y="0"/>
                  </a:lnTo>
                  <a:lnTo>
                    <a:pt x="110" y="3"/>
                  </a:lnTo>
                  <a:lnTo>
                    <a:pt x="131" y="12"/>
                  </a:lnTo>
                  <a:lnTo>
                    <a:pt x="145" y="24"/>
                  </a:lnTo>
                  <a:lnTo>
                    <a:pt x="154" y="38"/>
                  </a:lnTo>
                  <a:lnTo>
                    <a:pt x="159" y="52"/>
                  </a:lnTo>
                  <a:lnTo>
                    <a:pt x="161" y="68"/>
                  </a:lnTo>
                  <a:lnTo>
                    <a:pt x="156" y="89"/>
                  </a:lnTo>
                  <a:lnTo>
                    <a:pt x="145" y="110"/>
                  </a:lnTo>
                  <a:lnTo>
                    <a:pt x="126" y="124"/>
                  </a:lnTo>
                  <a:lnTo>
                    <a:pt x="100" y="131"/>
                  </a:lnTo>
                  <a:lnTo>
                    <a:pt x="170" y="241"/>
                  </a:lnTo>
                  <a:lnTo>
                    <a:pt x="128" y="241"/>
                  </a:lnTo>
                  <a:lnTo>
                    <a:pt x="68" y="133"/>
                  </a:lnTo>
                  <a:lnTo>
                    <a:pt x="33" y="133"/>
                  </a:lnTo>
                  <a:lnTo>
                    <a:pt x="33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5F3BAB0E-E73F-46CF-9F44-568EB69B23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37625" y="5280026"/>
              <a:ext cx="512763" cy="382588"/>
            </a:xfrm>
            <a:custGeom>
              <a:avLst/>
              <a:gdLst>
                <a:gd name="T0" fmla="*/ 0 w 323"/>
                <a:gd name="T1" fmla="*/ 0 h 241"/>
                <a:gd name="T2" fmla="*/ 35 w 323"/>
                <a:gd name="T3" fmla="*/ 0 h 241"/>
                <a:gd name="T4" fmla="*/ 86 w 323"/>
                <a:gd name="T5" fmla="*/ 192 h 241"/>
                <a:gd name="T6" fmla="*/ 86 w 323"/>
                <a:gd name="T7" fmla="*/ 192 h 241"/>
                <a:gd name="T8" fmla="*/ 144 w 323"/>
                <a:gd name="T9" fmla="*/ 0 h 241"/>
                <a:gd name="T10" fmla="*/ 181 w 323"/>
                <a:gd name="T11" fmla="*/ 0 h 241"/>
                <a:gd name="T12" fmla="*/ 237 w 323"/>
                <a:gd name="T13" fmla="*/ 192 h 241"/>
                <a:gd name="T14" fmla="*/ 237 w 323"/>
                <a:gd name="T15" fmla="*/ 192 h 241"/>
                <a:gd name="T16" fmla="*/ 291 w 323"/>
                <a:gd name="T17" fmla="*/ 0 h 241"/>
                <a:gd name="T18" fmla="*/ 323 w 323"/>
                <a:gd name="T19" fmla="*/ 0 h 241"/>
                <a:gd name="T20" fmla="*/ 253 w 323"/>
                <a:gd name="T21" fmla="*/ 241 h 241"/>
                <a:gd name="T22" fmla="*/ 221 w 323"/>
                <a:gd name="T23" fmla="*/ 241 h 241"/>
                <a:gd name="T24" fmla="*/ 163 w 323"/>
                <a:gd name="T25" fmla="*/ 45 h 241"/>
                <a:gd name="T26" fmla="*/ 160 w 323"/>
                <a:gd name="T27" fmla="*/ 45 h 241"/>
                <a:gd name="T28" fmla="*/ 104 w 323"/>
                <a:gd name="T29" fmla="*/ 241 h 241"/>
                <a:gd name="T30" fmla="*/ 69 w 323"/>
                <a:gd name="T31" fmla="*/ 241 h 241"/>
                <a:gd name="T32" fmla="*/ 0 w 323"/>
                <a:gd name="T3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3" h="241">
                  <a:moveTo>
                    <a:pt x="0" y="0"/>
                  </a:moveTo>
                  <a:lnTo>
                    <a:pt x="35" y="0"/>
                  </a:lnTo>
                  <a:lnTo>
                    <a:pt x="86" y="192"/>
                  </a:lnTo>
                  <a:lnTo>
                    <a:pt x="86" y="192"/>
                  </a:lnTo>
                  <a:lnTo>
                    <a:pt x="144" y="0"/>
                  </a:lnTo>
                  <a:lnTo>
                    <a:pt x="181" y="0"/>
                  </a:lnTo>
                  <a:lnTo>
                    <a:pt x="237" y="192"/>
                  </a:lnTo>
                  <a:lnTo>
                    <a:pt x="237" y="192"/>
                  </a:lnTo>
                  <a:lnTo>
                    <a:pt x="291" y="0"/>
                  </a:lnTo>
                  <a:lnTo>
                    <a:pt x="323" y="0"/>
                  </a:lnTo>
                  <a:lnTo>
                    <a:pt x="253" y="241"/>
                  </a:lnTo>
                  <a:lnTo>
                    <a:pt x="221" y="241"/>
                  </a:lnTo>
                  <a:lnTo>
                    <a:pt x="163" y="45"/>
                  </a:lnTo>
                  <a:lnTo>
                    <a:pt x="160" y="45"/>
                  </a:lnTo>
                  <a:lnTo>
                    <a:pt x="104" y="241"/>
                  </a:lnTo>
                  <a:lnTo>
                    <a:pt x="69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43">
              <a:extLst>
                <a:ext uri="{FF2B5EF4-FFF2-40B4-BE49-F238E27FC236}">
                  <a16:creationId xmlns:a16="http://schemas.microsoft.com/office/drawing/2014/main" id="{6FB5EE82-C79A-4D56-BC59-536224BC9B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9438" y="5268913"/>
              <a:ext cx="395288" cy="400050"/>
            </a:xfrm>
            <a:custGeom>
              <a:avLst/>
              <a:gdLst>
                <a:gd name="T0" fmla="*/ 123 w 249"/>
                <a:gd name="T1" fmla="*/ 33 h 252"/>
                <a:gd name="T2" fmla="*/ 93 w 249"/>
                <a:gd name="T3" fmla="*/ 38 h 252"/>
                <a:gd name="T4" fmla="*/ 70 w 249"/>
                <a:gd name="T5" fmla="*/ 49 h 252"/>
                <a:gd name="T6" fmla="*/ 51 w 249"/>
                <a:gd name="T7" fmla="*/ 70 h 252"/>
                <a:gd name="T8" fmla="*/ 37 w 249"/>
                <a:gd name="T9" fmla="*/ 98 h 252"/>
                <a:gd name="T10" fmla="*/ 35 w 249"/>
                <a:gd name="T11" fmla="*/ 126 h 252"/>
                <a:gd name="T12" fmla="*/ 37 w 249"/>
                <a:gd name="T13" fmla="*/ 157 h 252"/>
                <a:gd name="T14" fmla="*/ 51 w 249"/>
                <a:gd name="T15" fmla="*/ 182 h 252"/>
                <a:gd name="T16" fmla="*/ 70 w 249"/>
                <a:gd name="T17" fmla="*/ 203 h 252"/>
                <a:gd name="T18" fmla="*/ 93 w 249"/>
                <a:gd name="T19" fmla="*/ 217 h 252"/>
                <a:gd name="T20" fmla="*/ 123 w 249"/>
                <a:gd name="T21" fmla="*/ 222 h 252"/>
                <a:gd name="T22" fmla="*/ 153 w 249"/>
                <a:gd name="T23" fmla="*/ 217 h 252"/>
                <a:gd name="T24" fmla="*/ 179 w 249"/>
                <a:gd name="T25" fmla="*/ 203 h 252"/>
                <a:gd name="T26" fmla="*/ 198 w 249"/>
                <a:gd name="T27" fmla="*/ 182 h 252"/>
                <a:gd name="T28" fmla="*/ 209 w 249"/>
                <a:gd name="T29" fmla="*/ 157 h 252"/>
                <a:gd name="T30" fmla="*/ 214 w 249"/>
                <a:gd name="T31" fmla="*/ 126 h 252"/>
                <a:gd name="T32" fmla="*/ 209 w 249"/>
                <a:gd name="T33" fmla="*/ 98 h 252"/>
                <a:gd name="T34" fmla="*/ 198 w 249"/>
                <a:gd name="T35" fmla="*/ 70 h 252"/>
                <a:gd name="T36" fmla="*/ 179 w 249"/>
                <a:gd name="T37" fmla="*/ 49 h 252"/>
                <a:gd name="T38" fmla="*/ 153 w 249"/>
                <a:gd name="T39" fmla="*/ 38 h 252"/>
                <a:gd name="T40" fmla="*/ 123 w 249"/>
                <a:gd name="T41" fmla="*/ 33 h 252"/>
                <a:gd name="T42" fmla="*/ 123 w 249"/>
                <a:gd name="T43" fmla="*/ 0 h 252"/>
                <a:gd name="T44" fmla="*/ 165 w 249"/>
                <a:gd name="T45" fmla="*/ 7 h 252"/>
                <a:gd name="T46" fmla="*/ 200 w 249"/>
                <a:gd name="T47" fmla="*/ 26 h 252"/>
                <a:gd name="T48" fmla="*/ 226 w 249"/>
                <a:gd name="T49" fmla="*/ 52 h 252"/>
                <a:gd name="T50" fmla="*/ 242 w 249"/>
                <a:gd name="T51" fmla="*/ 87 h 252"/>
                <a:gd name="T52" fmla="*/ 249 w 249"/>
                <a:gd name="T53" fmla="*/ 126 h 252"/>
                <a:gd name="T54" fmla="*/ 242 w 249"/>
                <a:gd name="T55" fmla="*/ 168 h 252"/>
                <a:gd name="T56" fmla="*/ 226 w 249"/>
                <a:gd name="T57" fmla="*/ 203 h 252"/>
                <a:gd name="T58" fmla="*/ 200 w 249"/>
                <a:gd name="T59" fmla="*/ 229 h 252"/>
                <a:gd name="T60" fmla="*/ 165 w 249"/>
                <a:gd name="T61" fmla="*/ 248 h 252"/>
                <a:gd name="T62" fmla="*/ 123 w 249"/>
                <a:gd name="T63" fmla="*/ 252 h 252"/>
                <a:gd name="T64" fmla="*/ 84 w 249"/>
                <a:gd name="T65" fmla="*/ 248 h 252"/>
                <a:gd name="T66" fmla="*/ 49 w 249"/>
                <a:gd name="T67" fmla="*/ 229 h 252"/>
                <a:gd name="T68" fmla="*/ 23 w 249"/>
                <a:gd name="T69" fmla="*/ 203 h 252"/>
                <a:gd name="T70" fmla="*/ 4 w 249"/>
                <a:gd name="T71" fmla="*/ 168 h 252"/>
                <a:gd name="T72" fmla="*/ 0 w 249"/>
                <a:gd name="T73" fmla="*/ 126 h 252"/>
                <a:gd name="T74" fmla="*/ 4 w 249"/>
                <a:gd name="T75" fmla="*/ 87 h 252"/>
                <a:gd name="T76" fmla="*/ 23 w 249"/>
                <a:gd name="T77" fmla="*/ 52 h 252"/>
                <a:gd name="T78" fmla="*/ 49 w 249"/>
                <a:gd name="T79" fmla="*/ 26 h 252"/>
                <a:gd name="T80" fmla="*/ 84 w 249"/>
                <a:gd name="T81" fmla="*/ 7 h 252"/>
                <a:gd name="T82" fmla="*/ 123 w 249"/>
                <a:gd name="T83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9" h="252">
                  <a:moveTo>
                    <a:pt x="123" y="33"/>
                  </a:moveTo>
                  <a:lnTo>
                    <a:pt x="93" y="38"/>
                  </a:lnTo>
                  <a:lnTo>
                    <a:pt x="70" y="49"/>
                  </a:lnTo>
                  <a:lnTo>
                    <a:pt x="51" y="70"/>
                  </a:lnTo>
                  <a:lnTo>
                    <a:pt x="37" y="98"/>
                  </a:lnTo>
                  <a:lnTo>
                    <a:pt x="35" y="126"/>
                  </a:lnTo>
                  <a:lnTo>
                    <a:pt x="37" y="157"/>
                  </a:lnTo>
                  <a:lnTo>
                    <a:pt x="51" y="182"/>
                  </a:lnTo>
                  <a:lnTo>
                    <a:pt x="70" y="203"/>
                  </a:lnTo>
                  <a:lnTo>
                    <a:pt x="93" y="217"/>
                  </a:lnTo>
                  <a:lnTo>
                    <a:pt x="123" y="222"/>
                  </a:lnTo>
                  <a:lnTo>
                    <a:pt x="153" y="217"/>
                  </a:lnTo>
                  <a:lnTo>
                    <a:pt x="179" y="203"/>
                  </a:lnTo>
                  <a:lnTo>
                    <a:pt x="198" y="182"/>
                  </a:lnTo>
                  <a:lnTo>
                    <a:pt x="209" y="157"/>
                  </a:lnTo>
                  <a:lnTo>
                    <a:pt x="214" y="126"/>
                  </a:lnTo>
                  <a:lnTo>
                    <a:pt x="209" y="98"/>
                  </a:lnTo>
                  <a:lnTo>
                    <a:pt x="198" y="70"/>
                  </a:lnTo>
                  <a:lnTo>
                    <a:pt x="179" y="49"/>
                  </a:lnTo>
                  <a:lnTo>
                    <a:pt x="153" y="38"/>
                  </a:lnTo>
                  <a:lnTo>
                    <a:pt x="123" y="33"/>
                  </a:lnTo>
                  <a:close/>
                  <a:moveTo>
                    <a:pt x="123" y="0"/>
                  </a:moveTo>
                  <a:lnTo>
                    <a:pt x="165" y="7"/>
                  </a:lnTo>
                  <a:lnTo>
                    <a:pt x="200" y="26"/>
                  </a:lnTo>
                  <a:lnTo>
                    <a:pt x="226" y="52"/>
                  </a:lnTo>
                  <a:lnTo>
                    <a:pt x="242" y="87"/>
                  </a:lnTo>
                  <a:lnTo>
                    <a:pt x="249" y="126"/>
                  </a:lnTo>
                  <a:lnTo>
                    <a:pt x="242" y="168"/>
                  </a:lnTo>
                  <a:lnTo>
                    <a:pt x="226" y="203"/>
                  </a:lnTo>
                  <a:lnTo>
                    <a:pt x="200" y="229"/>
                  </a:lnTo>
                  <a:lnTo>
                    <a:pt x="165" y="248"/>
                  </a:lnTo>
                  <a:lnTo>
                    <a:pt x="123" y="252"/>
                  </a:lnTo>
                  <a:lnTo>
                    <a:pt x="84" y="248"/>
                  </a:lnTo>
                  <a:lnTo>
                    <a:pt x="49" y="229"/>
                  </a:lnTo>
                  <a:lnTo>
                    <a:pt x="23" y="203"/>
                  </a:lnTo>
                  <a:lnTo>
                    <a:pt x="4" y="168"/>
                  </a:lnTo>
                  <a:lnTo>
                    <a:pt x="0" y="126"/>
                  </a:lnTo>
                  <a:lnTo>
                    <a:pt x="4" y="87"/>
                  </a:lnTo>
                  <a:lnTo>
                    <a:pt x="23" y="52"/>
                  </a:lnTo>
                  <a:lnTo>
                    <a:pt x="49" y="26"/>
                  </a:lnTo>
                  <a:lnTo>
                    <a:pt x="84" y="7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44">
              <a:extLst>
                <a:ext uri="{FF2B5EF4-FFF2-40B4-BE49-F238E27FC236}">
                  <a16:creationId xmlns:a16="http://schemas.microsoft.com/office/drawing/2014/main" id="{C46EBC34-5FEE-42FD-B83B-88003CAA9B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31400" y="5280026"/>
              <a:ext cx="269875" cy="382588"/>
            </a:xfrm>
            <a:custGeom>
              <a:avLst/>
              <a:gdLst>
                <a:gd name="T0" fmla="*/ 32 w 170"/>
                <a:gd name="T1" fmla="*/ 28 h 241"/>
                <a:gd name="T2" fmla="*/ 32 w 170"/>
                <a:gd name="T3" fmla="*/ 105 h 241"/>
                <a:gd name="T4" fmla="*/ 74 w 170"/>
                <a:gd name="T5" fmla="*/ 105 h 241"/>
                <a:gd name="T6" fmla="*/ 88 w 170"/>
                <a:gd name="T7" fmla="*/ 105 h 241"/>
                <a:gd name="T8" fmla="*/ 102 w 170"/>
                <a:gd name="T9" fmla="*/ 101 h 241"/>
                <a:gd name="T10" fmla="*/ 114 w 170"/>
                <a:gd name="T11" fmla="*/ 96 h 241"/>
                <a:gd name="T12" fmla="*/ 123 w 170"/>
                <a:gd name="T13" fmla="*/ 84 h 241"/>
                <a:gd name="T14" fmla="*/ 125 w 170"/>
                <a:gd name="T15" fmla="*/ 68 h 241"/>
                <a:gd name="T16" fmla="*/ 123 w 170"/>
                <a:gd name="T17" fmla="*/ 52 h 241"/>
                <a:gd name="T18" fmla="*/ 114 w 170"/>
                <a:gd name="T19" fmla="*/ 40 h 241"/>
                <a:gd name="T20" fmla="*/ 102 w 170"/>
                <a:gd name="T21" fmla="*/ 33 h 241"/>
                <a:gd name="T22" fmla="*/ 88 w 170"/>
                <a:gd name="T23" fmla="*/ 31 h 241"/>
                <a:gd name="T24" fmla="*/ 74 w 170"/>
                <a:gd name="T25" fmla="*/ 28 h 241"/>
                <a:gd name="T26" fmla="*/ 32 w 170"/>
                <a:gd name="T27" fmla="*/ 28 h 241"/>
                <a:gd name="T28" fmla="*/ 0 w 170"/>
                <a:gd name="T29" fmla="*/ 0 h 241"/>
                <a:gd name="T30" fmla="*/ 83 w 170"/>
                <a:gd name="T31" fmla="*/ 0 h 241"/>
                <a:gd name="T32" fmla="*/ 109 w 170"/>
                <a:gd name="T33" fmla="*/ 3 h 241"/>
                <a:gd name="T34" fmla="*/ 130 w 170"/>
                <a:gd name="T35" fmla="*/ 12 h 241"/>
                <a:gd name="T36" fmla="*/ 144 w 170"/>
                <a:gd name="T37" fmla="*/ 24 h 241"/>
                <a:gd name="T38" fmla="*/ 153 w 170"/>
                <a:gd name="T39" fmla="*/ 38 h 241"/>
                <a:gd name="T40" fmla="*/ 158 w 170"/>
                <a:gd name="T41" fmla="*/ 52 h 241"/>
                <a:gd name="T42" fmla="*/ 160 w 170"/>
                <a:gd name="T43" fmla="*/ 68 h 241"/>
                <a:gd name="T44" fmla="*/ 156 w 170"/>
                <a:gd name="T45" fmla="*/ 89 h 241"/>
                <a:gd name="T46" fmla="*/ 144 w 170"/>
                <a:gd name="T47" fmla="*/ 110 h 241"/>
                <a:gd name="T48" fmla="*/ 125 w 170"/>
                <a:gd name="T49" fmla="*/ 124 h 241"/>
                <a:gd name="T50" fmla="*/ 100 w 170"/>
                <a:gd name="T51" fmla="*/ 131 h 241"/>
                <a:gd name="T52" fmla="*/ 170 w 170"/>
                <a:gd name="T53" fmla="*/ 241 h 241"/>
                <a:gd name="T54" fmla="*/ 128 w 170"/>
                <a:gd name="T55" fmla="*/ 241 h 241"/>
                <a:gd name="T56" fmla="*/ 67 w 170"/>
                <a:gd name="T57" fmla="*/ 133 h 241"/>
                <a:gd name="T58" fmla="*/ 32 w 170"/>
                <a:gd name="T59" fmla="*/ 133 h 241"/>
                <a:gd name="T60" fmla="*/ 32 w 170"/>
                <a:gd name="T61" fmla="*/ 241 h 241"/>
                <a:gd name="T62" fmla="*/ 0 w 170"/>
                <a:gd name="T63" fmla="*/ 241 h 241"/>
                <a:gd name="T64" fmla="*/ 0 w 170"/>
                <a:gd name="T65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0" h="241">
                  <a:moveTo>
                    <a:pt x="32" y="28"/>
                  </a:moveTo>
                  <a:lnTo>
                    <a:pt x="32" y="105"/>
                  </a:lnTo>
                  <a:lnTo>
                    <a:pt x="74" y="105"/>
                  </a:lnTo>
                  <a:lnTo>
                    <a:pt x="88" y="105"/>
                  </a:lnTo>
                  <a:lnTo>
                    <a:pt x="102" y="101"/>
                  </a:lnTo>
                  <a:lnTo>
                    <a:pt x="114" y="96"/>
                  </a:lnTo>
                  <a:lnTo>
                    <a:pt x="123" y="84"/>
                  </a:lnTo>
                  <a:lnTo>
                    <a:pt x="125" y="68"/>
                  </a:lnTo>
                  <a:lnTo>
                    <a:pt x="123" y="52"/>
                  </a:lnTo>
                  <a:lnTo>
                    <a:pt x="114" y="40"/>
                  </a:lnTo>
                  <a:lnTo>
                    <a:pt x="102" y="33"/>
                  </a:lnTo>
                  <a:lnTo>
                    <a:pt x="88" y="31"/>
                  </a:lnTo>
                  <a:lnTo>
                    <a:pt x="74" y="28"/>
                  </a:lnTo>
                  <a:lnTo>
                    <a:pt x="32" y="28"/>
                  </a:lnTo>
                  <a:close/>
                  <a:moveTo>
                    <a:pt x="0" y="0"/>
                  </a:moveTo>
                  <a:lnTo>
                    <a:pt x="83" y="0"/>
                  </a:lnTo>
                  <a:lnTo>
                    <a:pt x="109" y="3"/>
                  </a:lnTo>
                  <a:lnTo>
                    <a:pt x="130" y="12"/>
                  </a:lnTo>
                  <a:lnTo>
                    <a:pt x="144" y="24"/>
                  </a:lnTo>
                  <a:lnTo>
                    <a:pt x="153" y="38"/>
                  </a:lnTo>
                  <a:lnTo>
                    <a:pt x="158" y="52"/>
                  </a:lnTo>
                  <a:lnTo>
                    <a:pt x="160" y="68"/>
                  </a:lnTo>
                  <a:lnTo>
                    <a:pt x="156" y="89"/>
                  </a:lnTo>
                  <a:lnTo>
                    <a:pt x="144" y="110"/>
                  </a:lnTo>
                  <a:lnTo>
                    <a:pt x="125" y="124"/>
                  </a:lnTo>
                  <a:lnTo>
                    <a:pt x="100" y="131"/>
                  </a:lnTo>
                  <a:lnTo>
                    <a:pt x="170" y="241"/>
                  </a:lnTo>
                  <a:lnTo>
                    <a:pt x="128" y="241"/>
                  </a:lnTo>
                  <a:lnTo>
                    <a:pt x="67" y="133"/>
                  </a:lnTo>
                  <a:lnTo>
                    <a:pt x="32" y="133"/>
                  </a:lnTo>
                  <a:lnTo>
                    <a:pt x="32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45">
              <a:extLst>
                <a:ext uri="{FF2B5EF4-FFF2-40B4-BE49-F238E27FC236}">
                  <a16:creationId xmlns:a16="http://schemas.microsoft.com/office/drawing/2014/main" id="{AF7B554D-512C-432D-9204-37DE0AFDD4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48900" y="5280026"/>
              <a:ext cx="225425" cy="382588"/>
            </a:xfrm>
            <a:custGeom>
              <a:avLst/>
              <a:gdLst>
                <a:gd name="T0" fmla="*/ 0 w 142"/>
                <a:gd name="T1" fmla="*/ 0 h 241"/>
                <a:gd name="T2" fmla="*/ 32 w 142"/>
                <a:gd name="T3" fmla="*/ 0 h 241"/>
                <a:gd name="T4" fmla="*/ 32 w 142"/>
                <a:gd name="T5" fmla="*/ 210 h 241"/>
                <a:gd name="T6" fmla="*/ 142 w 142"/>
                <a:gd name="T7" fmla="*/ 210 h 241"/>
                <a:gd name="T8" fmla="*/ 142 w 142"/>
                <a:gd name="T9" fmla="*/ 241 h 241"/>
                <a:gd name="T10" fmla="*/ 0 w 142"/>
                <a:gd name="T11" fmla="*/ 241 h 241"/>
                <a:gd name="T12" fmla="*/ 0 w 142"/>
                <a:gd name="T1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" h="241">
                  <a:moveTo>
                    <a:pt x="0" y="0"/>
                  </a:moveTo>
                  <a:lnTo>
                    <a:pt x="32" y="0"/>
                  </a:lnTo>
                  <a:lnTo>
                    <a:pt x="32" y="210"/>
                  </a:lnTo>
                  <a:lnTo>
                    <a:pt x="142" y="210"/>
                  </a:lnTo>
                  <a:lnTo>
                    <a:pt x="142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46">
              <a:extLst>
                <a:ext uri="{FF2B5EF4-FFF2-40B4-BE49-F238E27FC236}">
                  <a16:creationId xmlns:a16="http://schemas.microsoft.com/office/drawing/2014/main" id="{A2FDA819-396F-4418-90D4-2165F47C50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10838" y="5280026"/>
              <a:ext cx="328613" cy="382588"/>
            </a:xfrm>
            <a:custGeom>
              <a:avLst/>
              <a:gdLst>
                <a:gd name="T0" fmla="*/ 33 w 207"/>
                <a:gd name="T1" fmla="*/ 31 h 241"/>
                <a:gd name="T2" fmla="*/ 33 w 207"/>
                <a:gd name="T3" fmla="*/ 210 h 241"/>
                <a:gd name="T4" fmla="*/ 72 w 207"/>
                <a:gd name="T5" fmla="*/ 210 h 241"/>
                <a:gd name="T6" fmla="*/ 105 w 207"/>
                <a:gd name="T7" fmla="*/ 206 h 241"/>
                <a:gd name="T8" fmla="*/ 133 w 207"/>
                <a:gd name="T9" fmla="*/ 194 h 241"/>
                <a:gd name="T10" fmla="*/ 154 w 207"/>
                <a:gd name="T11" fmla="*/ 178 h 241"/>
                <a:gd name="T12" fmla="*/ 168 w 207"/>
                <a:gd name="T13" fmla="*/ 152 h 241"/>
                <a:gd name="T14" fmla="*/ 175 w 207"/>
                <a:gd name="T15" fmla="*/ 119 h 241"/>
                <a:gd name="T16" fmla="*/ 172 w 207"/>
                <a:gd name="T17" fmla="*/ 105 h 241"/>
                <a:gd name="T18" fmla="*/ 170 w 207"/>
                <a:gd name="T19" fmla="*/ 89 h 241"/>
                <a:gd name="T20" fmla="*/ 161 w 207"/>
                <a:gd name="T21" fmla="*/ 73 h 241"/>
                <a:gd name="T22" fmla="*/ 149 w 207"/>
                <a:gd name="T23" fmla="*/ 56 h 241"/>
                <a:gd name="T24" fmla="*/ 133 w 207"/>
                <a:gd name="T25" fmla="*/ 42 h 241"/>
                <a:gd name="T26" fmla="*/ 109 w 207"/>
                <a:gd name="T27" fmla="*/ 35 h 241"/>
                <a:gd name="T28" fmla="*/ 82 w 207"/>
                <a:gd name="T29" fmla="*/ 31 h 241"/>
                <a:gd name="T30" fmla="*/ 33 w 207"/>
                <a:gd name="T31" fmla="*/ 31 h 241"/>
                <a:gd name="T32" fmla="*/ 0 w 207"/>
                <a:gd name="T33" fmla="*/ 0 h 241"/>
                <a:gd name="T34" fmla="*/ 84 w 207"/>
                <a:gd name="T35" fmla="*/ 0 h 241"/>
                <a:gd name="T36" fmla="*/ 121 w 207"/>
                <a:gd name="T37" fmla="*/ 5 h 241"/>
                <a:gd name="T38" fmla="*/ 151 w 207"/>
                <a:gd name="T39" fmla="*/ 17 h 241"/>
                <a:gd name="T40" fmla="*/ 175 w 207"/>
                <a:gd name="T41" fmla="*/ 33 h 241"/>
                <a:gd name="T42" fmla="*/ 191 w 207"/>
                <a:gd name="T43" fmla="*/ 54 h 241"/>
                <a:gd name="T44" fmla="*/ 200 w 207"/>
                <a:gd name="T45" fmla="*/ 77 h 241"/>
                <a:gd name="T46" fmla="*/ 207 w 207"/>
                <a:gd name="T47" fmla="*/ 101 h 241"/>
                <a:gd name="T48" fmla="*/ 207 w 207"/>
                <a:gd name="T49" fmla="*/ 119 h 241"/>
                <a:gd name="T50" fmla="*/ 205 w 207"/>
                <a:gd name="T51" fmla="*/ 150 h 241"/>
                <a:gd name="T52" fmla="*/ 193 w 207"/>
                <a:gd name="T53" fmla="*/ 178 h 241"/>
                <a:gd name="T54" fmla="*/ 175 w 207"/>
                <a:gd name="T55" fmla="*/ 203 h 241"/>
                <a:gd name="T56" fmla="*/ 149 w 207"/>
                <a:gd name="T57" fmla="*/ 222 h 241"/>
                <a:gd name="T58" fmla="*/ 116 w 207"/>
                <a:gd name="T59" fmla="*/ 236 h 241"/>
                <a:gd name="T60" fmla="*/ 77 w 207"/>
                <a:gd name="T61" fmla="*/ 241 h 241"/>
                <a:gd name="T62" fmla="*/ 0 w 207"/>
                <a:gd name="T63" fmla="*/ 241 h 241"/>
                <a:gd name="T64" fmla="*/ 0 w 207"/>
                <a:gd name="T65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7" h="241">
                  <a:moveTo>
                    <a:pt x="33" y="31"/>
                  </a:moveTo>
                  <a:lnTo>
                    <a:pt x="33" y="210"/>
                  </a:lnTo>
                  <a:lnTo>
                    <a:pt x="72" y="210"/>
                  </a:lnTo>
                  <a:lnTo>
                    <a:pt x="105" y="206"/>
                  </a:lnTo>
                  <a:lnTo>
                    <a:pt x="133" y="194"/>
                  </a:lnTo>
                  <a:lnTo>
                    <a:pt x="154" y="178"/>
                  </a:lnTo>
                  <a:lnTo>
                    <a:pt x="168" y="152"/>
                  </a:lnTo>
                  <a:lnTo>
                    <a:pt x="175" y="119"/>
                  </a:lnTo>
                  <a:lnTo>
                    <a:pt x="172" y="105"/>
                  </a:lnTo>
                  <a:lnTo>
                    <a:pt x="170" y="89"/>
                  </a:lnTo>
                  <a:lnTo>
                    <a:pt x="161" y="73"/>
                  </a:lnTo>
                  <a:lnTo>
                    <a:pt x="149" y="56"/>
                  </a:lnTo>
                  <a:lnTo>
                    <a:pt x="133" y="42"/>
                  </a:lnTo>
                  <a:lnTo>
                    <a:pt x="109" y="35"/>
                  </a:lnTo>
                  <a:lnTo>
                    <a:pt x="82" y="31"/>
                  </a:lnTo>
                  <a:lnTo>
                    <a:pt x="33" y="31"/>
                  </a:lnTo>
                  <a:close/>
                  <a:moveTo>
                    <a:pt x="0" y="0"/>
                  </a:moveTo>
                  <a:lnTo>
                    <a:pt x="84" y="0"/>
                  </a:lnTo>
                  <a:lnTo>
                    <a:pt x="121" y="5"/>
                  </a:lnTo>
                  <a:lnTo>
                    <a:pt x="151" y="17"/>
                  </a:lnTo>
                  <a:lnTo>
                    <a:pt x="175" y="33"/>
                  </a:lnTo>
                  <a:lnTo>
                    <a:pt x="191" y="54"/>
                  </a:lnTo>
                  <a:lnTo>
                    <a:pt x="200" y="77"/>
                  </a:lnTo>
                  <a:lnTo>
                    <a:pt x="207" y="101"/>
                  </a:lnTo>
                  <a:lnTo>
                    <a:pt x="207" y="119"/>
                  </a:lnTo>
                  <a:lnTo>
                    <a:pt x="205" y="150"/>
                  </a:lnTo>
                  <a:lnTo>
                    <a:pt x="193" y="178"/>
                  </a:lnTo>
                  <a:lnTo>
                    <a:pt x="175" y="203"/>
                  </a:lnTo>
                  <a:lnTo>
                    <a:pt x="149" y="222"/>
                  </a:lnTo>
                  <a:lnTo>
                    <a:pt x="116" y="236"/>
                  </a:lnTo>
                  <a:lnTo>
                    <a:pt x="77" y="241"/>
                  </a:lnTo>
                  <a:lnTo>
                    <a:pt x="0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46298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931633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80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</p:sldLayoutIdLst>
  <p:txStyles>
    <p:titleStyle>
      <a:lvl1pPr algn="l" defTabSz="91435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4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1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4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2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58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6" name="Rectangle 226"/>
          <p:cNvSpPr>
            <a:spLocks noGrp="1" noChangeArrowheads="1"/>
          </p:cNvSpPr>
          <p:nvPr>
            <p:ph type="title"/>
          </p:nvPr>
        </p:nvSpPr>
        <p:spPr bwMode="auto">
          <a:xfrm>
            <a:off x="417585" y="436683"/>
            <a:ext cx="12077629" cy="6897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second line title goes here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1"/>
          </p:nvPr>
        </p:nvSpPr>
        <p:spPr>
          <a:xfrm>
            <a:off x="416362" y="1331384"/>
            <a:ext cx="12090781" cy="496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4EBEAB-4D41-4F13-AA13-5BDC7E266E1D}"/>
              </a:ext>
            </a:extLst>
          </p:cNvPr>
          <p:cNvGrpSpPr/>
          <p:nvPr userDrawn="1"/>
        </p:nvGrpSpPr>
        <p:grpSpPr>
          <a:xfrm>
            <a:off x="1" y="0"/>
            <a:ext cx="12856726" cy="83858"/>
            <a:chOff x="0" y="-1"/>
            <a:chExt cx="12190081" cy="135019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333770F-5625-4034-9686-943A98D45359}"/>
                </a:ext>
              </a:extLst>
            </p:cNvPr>
            <p:cNvSpPr/>
            <p:nvPr userDrawn="1"/>
          </p:nvSpPr>
          <p:spPr>
            <a:xfrm>
              <a:off x="0" y="-1"/>
              <a:ext cx="3641697" cy="1350190"/>
            </a:xfrm>
            <a:prstGeom prst="rect">
              <a:avLst/>
            </a:prstGeom>
            <a:solidFill>
              <a:srgbClr val="FFA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6B75AB-80AF-44F5-B06D-0637D166F451}"/>
                </a:ext>
              </a:extLst>
            </p:cNvPr>
            <p:cNvSpPr/>
            <p:nvPr userDrawn="1"/>
          </p:nvSpPr>
          <p:spPr>
            <a:xfrm>
              <a:off x="3641698" y="-1"/>
              <a:ext cx="922352" cy="1350190"/>
            </a:xfrm>
            <a:prstGeom prst="rect">
              <a:avLst/>
            </a:prstGeom>
            <a:solidFill>
              <a:srgbClr val="9584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EE71252-7C01-47AA-93B9-87F623C7177A}"/>
                </a:ext>
              </a:extLst>
            </p:cNvPr>
            <p:cNvSpPr/>
            <p:nvPr userDrawn="1"/>
          </p:nvSpPr>
          <p:spPr>
            <a:xfrm>
              <a:off x="4564051" y="-1"/>
              <a:ext cx="2806808" cy="1350190"/>
            </a:xfrm>
            <a:prstGeom prst="rect">
              <a:avLst/>
            </a:prstGeom>
            <a:solidFill>
              <a:srgbClr val="7DB2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D9CF932-D779-4EA8-BDE2-87D4119A6B55}"/>
                </a:ext>
              </a:extLst>
            </p:cNvPr>
            <p:cNvSpPr/>
            <p:nvPr userDrawn="1"/>
          </p:nvSpPr>
          <p:spPr>
            <a:xfrm>
              <a:off x="7370859" y="-1"/>
              <a:ext cx="1685677" cy="1350190"/>
            </a:xfrm>
            <a:prstGeom prst="rect">
              <a:avLst/>
            </a:prstGeom>
            <a:solidFill>
              <a:srgbClr val="7398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E4F54C-20EC-4792-9EF9-A06348BEB537}"/>
                </a:ext>
              </a:extLst>
            </p:cNvPr>
            <p:cNvSpPr/>
            <p:nvPr userDrawn="1"/>
          </p:nvSpPr>
          <p:spPr>
            <a:xfrm>
              <a:off x="9048586" y="-1"/>
              <a:ext cx="3141495" cy="1350190"/>
            </a:xfrm>
            <a:prstGeom prst="rect">
              <a:avLst/>
            </a:prstGeom>
            <a:solidFill>
              <a:srgbClr val="C7D2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pPr algn="l"/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20A626-8584-4FE9-ACE5-B044CB0C67AB}"/>
              </a:ext>
            </a:extLst>
          </p:cNvPr>
          <p:cNvGrpSpPr/>
          <p:nvPr userDrawn="1"/>
        </p:nvGrpSpPr>
        <p:grpSpPr>
          <a:xfrm>
            <a:off x="11991399" y="6830007"/>
            <a:ext cx="515744" cy="185760"/>
            <a:chOff x="271463" y="2852738"/>
            <a:chExt cx="3190876" cy="1149350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2B4D1812-625C-465C-8A40-C3A4D4EF9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976" y="2852738"/>
              <a:ext cx="609600" cy="1149350"/>
            </a:xfrm>
            <a:custGeom>
              <a:avLst/>
              <a:gdLst>
                <a:gd name="T0" fmla="*/ 0 w 384"/>
                <a:gd name="T1" fmla="*/ 0 h 724"/>
                <a:gd name="T2" fmla="*/ 41 w 384"/>
                <a:gd name="T3" fmla="*/ 0 h 724"/>
                <a:gd name="T4" fmla="*/ 192 w 384"/>
                <a:gd name="T5" fmla="*/ 241 h 724"/>
                <a:gd name="T6" fmla="*/ 341 w 384"/>
                <a:gd name="T7" fmla="*/ 0 h 724"/>
                <a:gd name="T8" fmla="*/ 382 w 384"/>
                <a:gd name="T9" fmla="*/ 0 h 724"/>
                <a:gd name="T10" fmla="*/ 382 w 384"/>
                <a:gd name="T11" fmla="*/ 723 h 724"/>
                <a:gd name="T12" fmla="*/ 384 w 384"/>
                <a:gd name="T13" fmla="*/ 724 h 724"/>
                <a:gd name="T14" fmla="*/ 341 w 384"/>
                <a:gd name="T15" fmla="*/ 724 h 724"/>
                <a:gd name="T16" fmla="*/ 192 w 384"/>
                <a:gd name="T17" fmla="*/ 483 h 724"/>
                <a:gd name="T18" fmla="*/ 41 w 384"/>
                <a:gd name="T19" fmla="*/ 724 h 724"/>
                <a:gd name="T20" fmla="*/ 0 w 384"/>
                <a:gd name="T21" fmla="*/ 724 h 724"/>
                <a:gd name="T22" fmla="*/ 0 w 384"/>
                <a:gd name="T2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84" h="724">
                  <a:moveTo>
                    <a:pt x="0" y="0"/>
                  </a:moveTo>
                  <a:lnTo>
                    <a:pt x="41" y="0"/>
                  </a:lnTo>
                  <a:lnTo>
                    <a:pt x="192" y="241"/>
                  </a:lnTo>
                  <a:lnTo>
                    <a:pt x="341" y="0"/>
                  </a:lnTo>
                  <a:lnTo>
                    <a:pt x="382" y="0"/>
                  </a:lnTo>
                  <a:lnTo>
                    <a:pt x="382" y="723"/>
                  </a:lnTo>
                  <a:lnTo>
                    <a:pt x="384" y="724"/>
                  </a:lnTo>
                  <a:lnTo>
                    <a:pt x="341" y="724"/>
                  </a:lnTo>
                  <a:lnTo>
                    <a:pt x="192" y="483"/>
                  </a:lnTo>
                  <a:lnTo>
                    <a:pt x="41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B2D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E33A4A8-DD5C-4ACC-9DDA-825DE8D6A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551" y="2852738"/>
              <a:ext cx="352425" cy="1149350"/>
            </a:xfrm>
            <a:custGeom>
              <a:avLst/>
              <a:gdLst>
                <a:gd name="T0" fmla="*/ 0 w 222"/>
                <a:gd name="T1" fmla="*/ 0 h 724"/>
                <a:gd name="T2" fmla="*/ 222 w 222"/>
                <a:gd name="T3" fmla="*/ 0 h 724"/>
                <a:gd name="T4" fmla="*/ 222 w 222"/>
                <a:gd name="T5" fmla="*/ 724 h 724"/>
                <a:gd name="T6" fmla="*/ 0 w 222"/>
                <a:gd name="T7" fmla="*/ 724 h 724"/>
                <a:gd name="T8" fmla="*/ 222 w 222"/>
                <a:gd name="T9" fmla="*/ 361 h 724"/>
                <a:gd name="T10" fmla="*/ 0 w 222"/>
                <a:gd name="T1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2" h="724">
                  <a:moveTo>
                    <a:pt x="0" y="0"/>
                  </a:moveTo>
                  <a:lnTo>
                    <a:pt x="222" y="0"/>
                  </a:lnTo>
                  <a:lnTo>
                    <a:pt x="222" y="724"/>
                  </a:lnTo>
                  <a:lnTo>
                    <a:pt x="0" y="724"/>
                  </a:lnTo>
                  <a:lnTo>
                    <a:pt x="222" y="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843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FC1DDF41-AC1C-4311-A127-9908D5315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401" y="2852738"/>
              <a:ext cx="354013" cy="1149350"/>
            </a:xfrm>
            <a:custGeom>
              <a:avLst/>
              <a:gdLst>
                <a:gd name="T0" fmla="*/ 0 w 223"/>
                <a:gd name="T1" fmla="*/ 0 h 724"/>
                <a:gd name="T2" fmla="*/ 223 w 223"/>
                <a:gd name="T3" fmla="*/ 0 h 724"/>
                <a:gd name="T4" fmla="*/ 2 w 223"/>
                <a:gd name="T5" fmla="*/ 361 h 724"/>
                <a:gd name="T6" fmla="*/ 223 w 223"/>
                <a:gd name="T7" fmla="*/ 724 h 724"/>
                <a:gd name="T8" fmla="*/ 2 w 223"/>
                <a:gd name="T9" fmla="*/ 724 h 724"/>
                <a:gd name="T10" fmla="*/ 0 w 223"/>
                <a:gd name="T11" fmla="*/ 723 h 724"/>
                <a:gd name="T12" fmla="*/ 0 w 223"/>
                <a:gd name="T13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724">
                  <a:moveTo>
                    <a:pt x="0" y="0"/>
                  </a:moveTo>
                  <a:lnTo>
                    <a:pt x="223" y="0"/>
                  </a:lnTo>
                  <a:lnTo>
                    <a:pt x="2" y="361"/>
                  </a:lnTo>
                  <a:lnTo>
                    <a:pt x="223" y="724"/>
                  </a:lnTo>
                  <a:lnTo>
                    <a:pt x="2" y="724"/>
                  </a:lnTo>
                  <a:lnTo>
                    <a:pt x="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83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04D5C3-43D0-4E06-8303-EED7507E40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87576" y="2852738"/>
              <a:ext cx="1274763" cy="1149350"/>
            </a:xfrm>
            <a:custGeom>
              <a:avLst/>
              <a:gdLst>
                <a:gd name="T0" fmla="*/ 221 w 803"/>
                <a:gd name="T1" fmla="*/ 179 h 724"/>
                <a:gd name="T2" fmla="*/ 221 w 803"/>
                <a:gd name="T3" fmla="*/ 383 h 724"/>
                <a:gd name="T4" fmla="*/ 523 w 803"/>
                <a:gd name="T5" fmla="*/ 383 h 724"/>
                <a:gd name="T6" fmla="*/ 543 w 803"/>
                <a:gd name="T7" fmla="*/ 382 h 724"/>
                <a:gd name="T8" fmla="*/ 560 w 803"/>
                <a:gd name="T9" fmla="*/ 374 h 724"/>
                <a:gd name="T10" fmla="*/ 573 w 803"/>
                <a:gd name="T11" fmla="*/ 361 h 724"/>
                <a:gd name="T12" fmla="*/ 583 w 803"/>
                <a:gd name="T13" fmla="*/ 346 h 724"/>
                <a:gd name="T14" fmla="*/ 589 w 803"/>
                <a:gd name="T15" fmla="*/ 329 h 724"/>
                <a:gd name="T16" fmla="*/ 594 w 803"/>
                <a:gd name="T17" fmla="*/ 310 h 724"/>
                <a:gd name="T18" fmla="*/ 596 w 803"/>
                <a:gd name="T19" fmla="*/ 292 h 724"/>
                <a:gd name="T20" fmla="*/ 596 w 803"/>
                <a:gd name="T21" fmla="*/ 256 h 724"/>
                <a:gd name="T22" fmla="*/ 592 w 803"/>
                <a:gd name="T23" fmla="*/ 233 h 724"/>
                <a:gd name="T24" fmla="*/ 586 w 803"/>
                <a:gd name="T25" fmla="*/ 215 h 724"/>
                <a:gd name="T26" fmla="*/ 574 w 803"/>
                <a:gd name="T27" fmla="*/ 200 h 724"/>
                <a:gd name="T28" fmla="*/ 558 w 803"/>
                <a:gd name="T29" fmla="*/ 188 h 724"/>
                <a:gd name="T30" fmla="*/ 533 w 803"/>
                <a:gd name="T31" fmla="*/ 182 h 724"/>
                <a:gd name="T32" fmla="*/ 504 w 803"/>
                <a:gd name="T33" fmla="*/ 179 h 724"/>
                <a:gd name="T34" fmla="*/ 221 w 803"/>
                <a:gd name="T35" fmla="*/ 179 h 724"/>
                <a:gd name="T36" fmla="*/ 221 w 803"/>
                <a:gd name="T37" fmla="*/ 0 h 724"/>
                <a:gd name="T38" fmla="*/ 540 w 803"/>
                <a:gd name="T39" fmla="*/ 0 h 724"/>
                <a:gd name="T40" fmla="*/ 589 w 803"/>
                <a:gd name="T41" fmla="*/ 2 h 724"/>
                <a:gd name="T42" fmla="*/ 633 w 803"/>
                <a:gd name="T43" fmla="*/ 8 h 724"/>
                <a:gd name="T44" fmla="*/ 670 w 803"/>
                <a:gd name="T45" fmla="*/ 18 h 724"/>
                <a:gd name="T46" fmla="*/ 702 w 803"/>
                <a:gd name="T47" fmla="*/ 33 h 724"/>
                <a:gd name="T48" fmla="*/ 729 w 803"/>
                <a:gd name="T49" fmla="*/ 49 h 724"/>
                <a:gd name="T50" fmla="*/ 750 w 803"/>
                <a:gd name="T51" fmla="*/ 70 h 724"/>
                <a:gd name="T52" fmla="*/ 768 w 803"/>
                <a:gd name="T53" fmla="*/ 93 h 724"/>
                <a:gd name="T54" fmla="*/ 781 w 803"/>
                <a:gd name="T55" fmla="*/ 120 h 724"/>
                <a:gd name="T56" fmla="*/ 791 w 803"/>
                <a:gd name="T57" fmla="*/ 149 h 724"/>
                <a:gd name="T58" fmla="*/ 798 w 803"/>
                <a:gd name="T59" fmla="*/ 180 h 724"/>
                <a:gd name="T60" fmla="*/ 803 w 803"/>
                <a:gd name="T61" fmla="*/ 213 h 724"/>
                <a:gd name="T62" fmla="*/ 803 w 803"/>
                <a:gd name="T63" fmla="*/ 247 h 724"/>
                <a:gd name="T64" fmla="*/ 803 w 803"/>
                <a:gd name="T65" fmla="*/ 333 h 724"/>
                <a:gd name="T66" fmla="*/ 803 w 803"/>
                <a:gd name="T67" fmla="*/ 361 h 724"/>
                <a:gd name="T68" fmla="*/ 798 w 803"/>
                <a:gd name="T69" fmla="*/ 392 h 724"/>
                <a:gd name="T70" fmla="*/ 791 w 803"/>
                <a:gd name="T71" fmla="*/ 421 h 724"/>
                <a:gd name="T72" fmla="*/ 781 w 803"/>
                <a:gd name="T73" fmla="*/ 449 h 724"/>
                <a:gd name="T74" fmla="*/ 768 w 803"/>
                <a:gd name="T75" fmla="*/ 475 h 724"/>
                <a:gd name="T76" fmla="*/ 750 w 803"/>
                <a:gd name="T77" fmla="*/ 500 h 724"/>
                <a:gd name="T78" fmla="*/ 729 w 803"/>
                <a:gd name="T79" fmla="*/ 521 h 724"/>
                <a:gd name="T80" fmla="*/ 704 w 803"/>
                <a:gd name="T81" fmla="*/ 539 h 724"/>
                <a:gd name="T82" fmla="*/ 673 w 803"/>
                <a:gd name="T83" fmla="*/ 552 h 724"/>
                <a:gd name="T84" fmla="*/ 638 w 803"/>
                <a:gd name="T85" fmla="*/ 560 h 724"/>
                <a:gd name="T86" fmla="*/ 597 w 803"/>
                <a:gd name="T87" fmla="*/ 564 h 724"/>
                <a:gd name="T88" fmla="*/ 221 w 803"/>
                <a:gd name="T89" fmla="*/ 564 h 724"/>
                <a:gd name="T90" fmla="*/ 221 w 803"/>
                <a:gd name="T91" fmla="*/ 724 h 724"/>
                <a:gd name="T92" fmla="*/ 221 w 803"/>
                <a:gd name="T93" fmla="*/ 724 h 724"/>
                <a:gd name="T94" fmla="*/ 0 w 803"/>
                <a:gd name="T95" fmla="*/ 361 h 724"/>
                <a:gd name="T96" fmla="*/ 221 w 803"/>
                <a:gd name="T97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3" h="724">
                  <a:moveTo>
                    <a:pt x="221" y="179"/>
                  </a:moveTo>
                  <a:lnTo>
                    <a:pt x="221" y="383"/>
                  </a:lnTo>
                  <a:lnTo>
                    <a:pt x="523" y="383"/>
                  </a:lnTo>
                  <a:lnTo>
                    <a:pt x="543" y="382"/>
                  </a:lnTo>
                  <a:lnTo>
                    <a:pt x="560" y="374"/>
                  </a:lnTo>
                  <a:lnTo>
                    <a:pt x="573" y="361"/>
                  </a:lnTo>
                  <a:lnTo>
                    <a:pt x="583" y="346"/>
                  </a:lnTo>
                  <a:lnTo>
                    <a:pt x="589" y="329"/>
                  </a:lnTo>
                  <a:lnTo>
                    <a:pt x="594" y="310"/>
                  </a:lnTo>
                  <a:lnTo>
                    <a:pt x="596" y="292"/>
                  </a:lnTo>
                  <a:lnTo>
                    <a:pt x="596" y="256"/>
                  </a:lnTo>
                  <a:lnTo>
                    <a:pt x="592" y="233"/>
                  </a:lnTo>
                  <a:lnTo>
                    <a:pt x="586" y="215"/>
                  </a:lnTo>
                  <a:lnTo>
                    <a:pt x="574" y="200"/>
                  </a:lnTo>
                  <a:lnTo>
                    <a:pt x="558" y="188"/>
                  </a:lnTo>
                  <a:lnTo>
                    <a:pt x="533" y="182"/>
                  </a:lnTo>
                  <a:lnTo>
                    <a:pt x="504" y="179"/>
                  </a:lnTo>
                  <a:lnTo>
                    <a:pt x="221" y="179"/>
                  </a:lnTo>
                  <a:close/>
                  <a:moveTo>
                    <a:pt x="221" y="0"/>
                  </a:moveTo>
                  <a:lnTo>
                    <a:pt x="540" y="0"/>
                  </a:lnTo>
                  <a:lnTo>
                    <a:pt x="589" y="2"/>
                  </a:lnTo>
                  <a:lnTo>
                    <a:pt x="633" y="8"/>
                  </a:lnTo>
                  <a:lnTo>
                    <a:pt x="670" y="18"/>
                  </a:lnTo>
                  <a:lnTo>
                    <a:pt x="702" y="33"/>
                  </a:lnTo>
                  <a:lnTo>
                    <a:pt x="729" y="49"/>
                  </a:lnTo>
                  <a:lnTo>
                    <a:pt x="750" y="70"/>
                  </a:lnTo>
                  <a:lnTo>
                    <a:pt x="768" y="93"/>
                  </a:lnTo>
                  <a:lnTo>
                    <a:pt x="781" y="120"/>
                  </a:lnTo>
                  <a:lnTo>
                    <a:pt x="791" y="149"/>
                  </a:lnTo>
                  <a:lnTo>
                    <a:pt x="798" y="180"/>
                  </a:lnTo>
                  <a:lnTo>
                    <a:pt x="803" y="213"/>
                  </a:lnTo>
                  <a:lnTo>
                    <a:pt x="803" y="247"/>
                  </a:lnTo>
                  <a:lnTo>
                    <a:pt x="803" y="333"/>
                  </a:lnTo>
                  <a:lnTo>
                    <a:pt x="803" y="361"/>
                  </a:lnTo>
                  <a:lnTo>
                    <a:pt x="798" y="392"/>
                  </a:lnTo>
                  <a:lnTo>
                    <a:pt x="791" y="421"/>
                  </a:lnTo>
                  <a:lnTo>
                    <a:pt x="781" y="449"/>
                  </a:lnTo>
                  <a:lnTo>
                    <a:pt x="768" y="475"/>
                  </a:lnTo>
                  <a:lnTo>
                    <a:pt x="750" y="500"/>
                  </a:lnTo>
                  <a:lnTo>
                    <a:pt x="729" y="521"/>
                  </a:lnTo>
                  <a:lnTo>
                    <a:pt x="704" y="539"/>
                  </a:lnTo>
                  <a:lnTo>
                    <a:pt x="673" y="552"/>
                  </a:lnTo>
                  <a:lnTo>
                    <a:pt x="638" y="560"/>
                  </a:lnTo>
                  <a:lnTo>
                    <a:pt x="597" y="564"/>
                  </a:lnTo>
                  <a:lnTo>
                    <a:pt x="221" y="564"/>
                  </a:lnTo>
                  <a:lnTo>
                    <a:pt x="221" y="724"/>
                  </a:lnTo>
                  <a:lnTo>
                    <a:pt x="221" y="724"/>
                  </a:lnTo>
                  <a:lnTo>
                    <a:pt x="0" y="36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7D22D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91FEF9C5-FE0D-4F71-BA75-6F78CC0E7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3" y="2852738"/>
              <a:ext cx="1306512" cy="1149350"/>
            </a:xfrm>
            <a:custGeom>
              <a:avLst/>
              <a:gdLst>
                <a:gd name="T0" fmla="*/ 0 w 823"/>
                <a:gd name="T1" fmla="*/ 0 h 724"/>
                <a:gd name="T2" fmla="*/ 223 w 823"/>
                <a:gd name="T3" fmla="*/ 0 h 724"/>
                <a:gd name="T4" fmla="*/ 601 w 823"/>
                <a:gd name="T5" fmla="*/ 438 h 724"/>
                <a:gd name="T6" fmla="*/ 601 w 823"/>
                <a:gd name="T7" fmla="*/ 0 h 724"/>
                <a:gd name="T8" fmla="*/ 601 w 823"/>
                <a:gd name="T9" fmla="*/ 0 h 724"/>
                <a:gd name="T10" fmla="*/ 823 w 823"/>
                <a:gd name="T11" fmla="*/ 361 h 724"/>
                <a:gd name="T12" fmla="*/ 601 w 823"/>
                <a:gd name="T13" fmla="*/ 724 h 724"/>
                <a:gd name="T14" fmla="*/ 223 w 823"/>
                <a:gd name="T15" fmla="*/ 287 h 724"/>
                <a:gd name="T16" fmla="*/ 223 w 823"/>
                <a:gd name="T17" fmla="*/ 724 h 724"/>
                <a:gd name="T18" fmla="*/ 0 w 823"/>
                <a:gd name="T19" fmla="*/ 724 h 724"/>
                <a:gd name="T20" fmla="*/ 0 w 823"/>
                <a:gd name="T21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724">
                  <a:moveTo>
                    <a:pt x="0" y="0"/>
                  </a:moveTo>
                  <a:lnTo>
                    <a:pt x="223" y="0"/>
                  </a:lnTo>
                  <a:lnTo>
                    <a:pt x="601" y="438"/>
                  </a:lnTo>
                  <a:lnTo>
                    <a:pt x="601" y="0"/>
                  </a:lnTo>
                  <a:lnTo>
                    <a:pt x="601" y="0"/>
                  </a:lnTo>
                  <a:lnTo>
                    <a:pt x="823" y="361"/>
                  </a:lnTo>
                  <a:lnTo>
                    <a:pt x="601" y="724"/>
                  </a:lnTo>
                  <a:lnTo>
                    <a:pt x="223" y="287"/>
                  </a:lnTo>
                  <a:lnTo>
                    <a:pt x="223" y="724"/>
                  </a:lnTo>
                  <a:lnTo>
                    <a:pt x="0" y="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566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  <p:sldLayoutId id="2147484114" r:id="rId12"/>
    <p:sldLayoutId id="2147484115" r:id="rId13"/>
    <p:sldLayoutId id="2147484116" r:id="rId14"/>
    <p:sldLayoutId id="2147484117" r:id="rId15"/>
    <p:sldLayoutId id="2147484118" r:id="rId16"/>
    <p:sldLayoutId id="2147484119" r:id="rId17"/>
    <p:sldLayoutId id="2147484120" r:id="rId18"/>
    <p:sldLayoutId id="2147484121" r:id="rId19"/>
    <p:sldLayoutId id="2147484122" r:id="rId20"/>
    <p:sldLayoutId id="2147484123" r:id="rId21"/>
    <p:sldLayoutId id="2147484124" r:id="rId22"/>
    <p:sldLayoutId id="2147484166" r:id="rId23"/>
  </p:sldLayoutIdLst>
  <p:transition>
    <p:fade/>
  </p:transition>
  <p:hf hdr="0" ft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lang="en-US" sz="1687" b="1" kern="1200" cap="all" spc="221" baseline="0" dirty="0">
          <a:solidFill>
            <a:schemeClr val="tx1"/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2pPr>
      <a:lvl3pPr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3pPr>
      <a:lvl4pPr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4pPr>
      <a:lvl5pPr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5pPr>
      <a:lvl6pPr marL="482163"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6pPr>
      <a:lvl7pPr marL="964326"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7pPr>
      <a:lvl8pPr marL="1446489"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8pPr>
      <a:lvl9pPr marL="1928652" algn="r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320" b="1">
          <a:solidFill>
            <a:schemeClr val="tx1"/>
          </a:solidFill>
          <a:latin typeface="Arial" charset="0"/>
        </a:defRPr>
      </a:lvl9pPr>
    </p:titleStyle>
    <p:bodyStyle>
      <a:lvl1pPr marL="179138" indent="-179138" algn="l" rtl="0" eaLnBrk="1" fontAlgn="base" hangingPunct="1">
        <a:lnSpc>
          <a:spcPct val="100000"/>
        </a:lnSpc>
        <a:spcBef>
          <a:spcPts val="606"/>
        </a:spcBef>
        <a:spcAft>
          <a:spcPts val="79"/>
        </a:spcAft>
        <a:buClrTx/>
        <a:buSzPct val="80000"/>
        <a:buFont typeface="Arial" pitchFamily="34" charset="0"/>
        <a:buChar char="•"/>
        <a:defRPr sz="2320" b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59949" indent="-180811" algn="l" rtl="0" eaLnBrk="1" fontAlgn="base" hangingPunct="1">
        <a:lnSpc>
          <a:spcPct val="100000"/>
        </a:lnSpc>
        <a:spcBef>
          <a:spcPts val="606"/>
        </a:spcBef>
        <a:spcAft>
          <a:spcPts val="79"/>
        </a:spcAft>
        <a:buClrTx/>
        <a:buSzPct val="80000"/>
        <a:buFont typeface="Arial" pitchFamily="34" charset="0"/>
        <a:buChar char="−"/>
        <a:defRPr sz="2109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539085" indent="-179138" algn="l" rtl="0" eaLnBrk="1" fontAlgn="base" hangingPunct="1">
        <a:lnSpc>
          <a:spcPct val="100000"/>
        </a:lnSpc>
        <a:spcBef>
          <a:spcPts val="606"/>
        </a:spcBef>
        <a:spcAft>
          <a:spcPts val="79"/>
        </a:spcAft>
        <a:buClrTx/>
        <a:buSzPct val="80000"/>
        <a:buFont typeface="Wingdings" pitchFamily="2" charset="2"/>
        <a:buChar char="§"/>
        <a:defRPr sz="1898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726593" indent="-187508" algn="l" rtl="0" eaLnBrk="1" fontAlgn="base" hangingPunct="1">
        <a:lnSpc>
          <a:spcPct val="100000"/>
        </a:lnSpc>
        <a:spcBef>
          <a:spcPts val="606"/>
        </a:spcBef>
        <a:spcAft>
          <a:spcPts val="79"/>
        </a:spcAft>
        <a:buClrTx/>
        <a:buSzPct val="80000"/>
        <a:buFont typeface="Arial" pitchFamily="34" charset="0"/>
        <a:buChar char="•"/>
        <a:defRPr sz="1687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907404" indent="-180811" algn="l" rtl="0" eaLnBrk="1" fontAlgn="base" hangingPunct="1">
        <a:lnSpc>
          <a:spcPct val="100000"/>
        </a:lnSpc>
        <a:spcBef>
          <a:spcPts val="606"/>
        </a:spcBef>
        <a:spcAft>
          <a:spcPts val="79"/>
        </a:spcAft>
        <a:buClrTx/>
        <a:buSzPct val="70000"/>
        <a:buFont typeface="Arial" pitchFamily="34" charset="0"/>
        <a:buChar char="−"/>
        <a:defRPr sz="1476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352220" indent="-165744" algn="l" rtl="0" eaLnBrk="1" fontAlgn="base" hangingPunct="1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76">
          <a:solidFill>
            <a:srgbClr val="000000"/>
          </a:solidFill>
          <a:latin typeface="+mn-lt"/>
        </a:defRPr>
      </a:lvl6pPr>
      <a:lvl7pPr marL="2834383" indent="-165744" algn="l" rtl="0" eaLnBrk="1" fontAlgn="base" hangingPunct="1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76">
          <a:solidFill>
            <a:srgbClr val="000000"/>
          </a:solidFill>
          <a:latin typeface="+mn-lt"/>
        </a:defRPr>
      </a:lvl7pPr>
      <a:lvl8pPr marL="3316546" indent="-165744" algn="l" rtl="0" eaLnBrk="1" fontAlgn="base" hangingPunct="1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76">
          <a:solidFill>
            <a:srgbClr val="000000"/>
          </a:solidFill>
          <a:latin typeface="+mn-lt"/>
        </a:defRPr>
      </a:lvl8pPr>
      <a:lvl9pPr marL="3798709" indent="-165744" algn="l" rtl="0" eaLnBrk="1" fontAlgn="base" hangingPunct="1">
        <a:spcBef>
          <a:spcPct val="20000"/>
        </a:spcBef>
        <a:spcAft>
          <a:spcPct val="3000"/>
        </a:spcAft>
        <a:buClr>
          <a:schemeClr val="tx1"/>
        </a:buClr>
        <a:buSzPct val="70000"/>
        <a:buFont typeface="Arial" charset="0"/>
        <a:buChar char="►"/>
        <a:defRPr sz="1476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163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326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489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652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0816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2979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142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305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93"/>
          <p:cNvSpPr txBox="1"/>
          <p:nvPr userDrawn="1"/>
        </p:nvSpPr>
        <p:spPr>
          <a:xfrm>
            <a:off x="0" y="6762528"/>
            <a:ext cx="12858750" cy="205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38" cap="all" baseline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NXP, the NXP logo and NXP SECURE CONNECTIONS FOR A SMARTER WORLD are trademarks of NXP B.V. All other product or service names are the property of their respective owners. © 2020 NXP B.V.</a:t>
            </a:r>
          </a:p>
        </p:txBody>
      </p:sp>
    </p:spTree>
    <p:extLst>
      <p:ext uri="{BB962C8B-B14F-4D97-AF65-F5344CB8AC3E}">
        <p14:creationId xmlns:p14="http://schemas.microsoft.com/office/powerpoint/2010/main" val="265998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</p:sldLayoutIdLst>
  <p:transition>
    <p:fade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5pPr>
      <a:lvl6pPr marL="482163"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6pPr>
      <a:lvl7pPr marL="964326"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7pPr>
      <a:lvl8pPr marL="1446489"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8pPr>
      <a:lvl9pPr marL="1928652" algn="ctr" rtl="0" fontAlgn="base">
        <a:spcBef>
          <a:spcPct val="0"/>
        </a:spcBef>
        <a:spcAft>
          <a:spcPct val="0"/>
        </a:spcAft>
        <a:defRPr sz="4640">
          <a:solidFill>
            <a:schemeClr val="tx2"/>
          </a:solidFill>
          <a:latin typeface="Arial" charset="0"/>
        </a:defRPr>
      </a:lvl9pPr>
    </p:titleStyle>
    <p:bodyStyle>
      <a:lvl1pPr marL="361622" indent="-361622" algn="l" rtl="0" fontAlgn="base">
        <a:spcBef>
          <a:spcPct val="20000"/>
        </a:spcBef>
        <a:spcAft>
          <a:spcPct val="0"/>
        </a:spcAft>
        <a:buChar char="•"/>
        <a:defRPr sz="3375">
          <a:solidFill>
            <a:schemeClr val="tx1"/>
          </a:solidFill>
          <a:latin typeface="+mn-lt"/>
          <a:ea typeface="+mn-ea"/>
          <a:cs typeface="+mn-cs"/>
        </a:defRPr>
      </a:lvl1pPr>
      <a:lvl2pPr marL="783515" indent="-301352" algn="l" rtl="0" fontAlgn="base">
        <a:spcBef>
          <a:spcPct val="20000"/>
        </a:spcBef>
        <a:spcAft>
          <a:spcPct val="0"/>
        </a:spcAft>
        <a:buChar char="–"/>
        <a:defRPr sz="2953">
          <a:solidFill>
            <a:schemeClr val="tx1"/>
          </a:solidFill>
          <a:latin typeface="+mn-lt"/>
        </a:defRPr>
      </a:lvl2pPr>
      <a:lvl3pPr marL="1205408" indent="-241082" algn="l" rtl="0" fontAlgn="base">
        <a:spcBef>
          <a:spcPct val="20000"/>
        </a:spcBef>
        <a:spcAft>
          <a:spcPct val="0"/>
        </a:spcAft>
        <a:buChar char="•"/>
        <a:defRPr sz="2531">
          <a:solidFill>
            <a:schemeClr val="tx1"/>
          </a:solidFill>
          <a:latin typeface="+mn-lt"/>
        </a:defRPr>
      </a:lvl3pPr>
      <a:lvl4pPr marL="1687571" indent="-241082" algn="l" rtl="0" fontAlgn="base">
        <a:spcBef>
          <a:spcPct val="20000"/>
        </a:spcBef>
        <a:spcAft>
          <a:spcPct val="0"/>
        </a:spcAft>
        <a:buChar char="–"/>
        <a:defRPr sz="2109">
          <a:solidFill>
            <a:schemeClr val="tx1"/>
          </a:solidFill>
          <a:latin typeface="+mn-lt"/>
        </a:defRPr>
      </a:lvl4pPr>
      <a:lvl5pPr marL="2169734" indent="-241082" algn="l" rtl="0" fontAlgn="base">
        <a:spcBef>
          <a:spcPct val="20000"/>
        </a:spcBef>
        <a:spcAft>
          <a:spcPct val="0"/>
        </a:spcAft>
        <a:buChar char="»"/>
        <a:defRPr sz="2109">
          <a:solidFill>
            <a:schemeClr val="tx1"/>
          </a:solidFill>
          <a:latin typeface="+mn-lt"/>
        </a:defRPr>
      </a:lvl5pPr>
      <a:lvl6pPr marL="2651897" indent="-241082" algn="l" rtl="0" fontAlgn="base">
        <a:spcBef>
          <a:spcPct val="20000"/>
        </a:spcBef>
        <a:spcAft>
          <a:spcPct val="0"/>
        </a:spcAft>
        <a:buChar char="»"/>
        <a:defRPr sz="2109">
          <a:solidFill>
            <a:schemeClr val="tx1"/>
          </a:solidFill>
          <a:latin typeface="+mn-lt"/>
        </a:defRPr>
      </a:lvl6pPr>
      <a:lvl7pPr marL="3134060" indent="-241082" algn="l" rtl="0" fontAlgn="base">
        <a:spcBef>
          <a:spcPct val="20000"/>
        </a:spcBef>
        <a:spcAft>
          <a:spcPct val="0"/>
        </a:spcAft>
        <a:buChar char="»"/>
        <a:defRPr sz="2109">
          <a:solidFill>
            <a:schemeClr val="tx1"/>
          </a:solidFill>
          <a:latin typeface="+mn-lt"/>
        </a:defRPr>
      </a:lvl7pPr>
      <a:lvl8pPr marL="3616223" indent="-241082" algn="l" rtl="0" fontAlgn="base">
        <a:spcBef>
          <a:spcPct val="20000"/>
        </a:spcBef>
        <a:spcAft>
          <a:spcPct val="0"/>
        </a:spcAft>
        <a:buChar char="»"/>
        <a:defRPr sz="2109">
          <a:solidFill>
            <a:schemeClr val="tx1"/>
          </a:solidFill>
          <a:latin typeface="+mn-lt"/>
        </a:defRPr>
      </a:lvl8pPr>
      <a:lvl9pPr marL="4098387" indent="-241082" algn="l" rtl="0" fontAlgn="base">
        <a:spcBef>
          <a:spcPct val="20000"/>
        </a:spcBef>
        <a:spcAft>
          <a:spcPct val="0"/>
        </a:spcAft>
        <a:buChar char="»"/>
        <a:defRPr sz="2109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163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326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489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652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0816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2979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142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305" algn="l" defTabSz="964326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57200" y="300000"/>
            <a:ext cx="8250000" cy="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CAN FD Control Domain for Humanoid Robots</a:t>
            </a:r>
          </a:p>
          <a:p>
            <a:r>
              <a:rPr lang="en-US" sz="1600" b="0" dirty="0">
                <a:solidFill>
                  <a:srgbClr val="44546A"/>
                </a:solidFill>
              </a:rPr>
              <a:t>6× CAN FD ↔ Ethernet gateway based on MCXE31B</a:t>
            </a:r>
          </a:p>
        </p:txBody>
      </p:sp>
      <p:sp>
        <p:nvSpPr>
          <p:cNvPr id="5" name="Accent"/>
          <p:cNvSpPr/>
          <p:nvPr/>
        </p:nvSpPr>
        <p:spPr>
          <a:xfrm>
            <a:off x="457200" y="1110000"/>
            <a:ext cx="2100000" cy="60000"/>
          </a:xfrm>
          <a:prstGeom prst="rect">
            <a:avLst/>
          </a:prstGeom>
          <a:solidFill>
            <a:srgbClr val="FFBD00"/>
          </a:solidFill>
          <a:ln>
            <a:noFill/>
          </a:ln>
        </p:spPr>
        <p:txBody>
          <a:bodyPr rtlCol="0"/>
          <a:lstStyle/>
          <a:p>
            <a:endParaRPr lang="en-US"/>
          </a:p>
        </p:txBody>
      </p:sp>
      <p:sp>
        <p:nvSpPr>
          <p:cNvPr id="6" name="Content"/>
          <p:cNvSpPr txBox="1"/>
          <p:nvPr/>
        </p:nvSpPr>
        <p:spPr>
          <a:xfrm>
            <a:off x="457200" y="1270000"/>
            <a:ext cx="6404223" cy="573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Advantages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6× CAN FD buses bridged to Ethernet on one cable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Native Linux SocketCAN (can0–can5)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~</a:t>
            </a:r>
            <a:r>
              <a:rPr lang="en-US" dirty="0"/>
              <a:t>50</a:t>
            </a:r>
            <a:r>
              <a:rPr lang="en-US" sz="1800" dirty="0"/>
              <a:t> µs on-chip forwarding latency (DWT, host-clock free)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Lossless at 1000 fps/channel on all 6 buses at once</a:t>
            </a:r>
          </a:p>
          <a:p>
            <a:pPr>
              <a:spcBef>
                <a:spcPts val="1000"/>
              </a:spcBef>
            </a:pPr>
            <a:r>
              <a:rPr lang="en-US" sz="2400" b="1" dirty="0"/>
              <a:t>Core Features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MCXE31B Cortex-M7F @160 MHz, bare-metal lock-free loop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CAN FD 1 Mbps arb / 5-8 Mbps data, BRS (CAN 2.0 ready)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RMII 10/100M Ethernet, DHCP or static IP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JSON control plane: runtime bitrate / filter / per channel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Real-time bridge (SCHED_FIFO + mlockall), self-proves no loss</a:t>
            </a:r>
          </a:p>
          <a:p>
            <a:pPr>
              <a:spcBef>
                <a:spcPts val="1000"/>
              </a:spcBef>
            </a:pPr>
            <a:r>
              <a:rPr lang="en-US" sz="2400" b="1" dirty="0"/>
              <a:t>Target Applications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Humanoid robot joint &amp; limb control domain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Multi-axis servo / motor-control CAN FD networks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Dexterous hands &amp; actuator clusters</a:t>
            </a:r>
          </a:p>
          <a:p>
            <a:pPr marL="342900" indent="-342900">
              <a:lnSpc>
                <a:spcPct val="118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Industrial CAN FD-to-Ethernet aggregation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995FBD7-D39E-EC47-F1F9-EA678F9F0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423" y="1270000"/>
            <a:ext cx="5444692" cy="46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040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BD20B2E-6BC3-4906-A56B-80C50A7FD63D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PRESENTATION_TITLE" val="449"/>
</p:tagLst>
</file>

<file path=ppt/theme/theme1.xml><?xml version="1.0" encoding="utf-8"?>
<a:theme xmlns:a="http://schemas.openxmlformats.org/drawingml/2006/main" name="第一PPT，www.1ppt.com">
  <a:themeElements>
    <a:clrScheme name="自定义 1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D00"/>
      </a:accent1>
      <a:accent2>
        <a:srgbClr val="18191C"/>
      </a:accent2>
      <a:accent3>
        <a:srgbClr val="FFBD00"/>
      </a:accent3>
      <a:accent4>
        <a:srgbClr val="18191C"/>
      </a:accent4>
      <a:accent5>
        <a:srgbClr val="FFBD00"/>
      </a:accent5>
      <a:accent6>
        <a:srgbClr val="18191C"/>
      </a:accent6>
      <a:hlink>
        <a:srgbClr val="FFBD00"/>
      </a:hlink>
      <a:folHlink>
        <a:srgbClr val="18191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第一PPT，www.1ppt.com">
  <a:themeElements>
    <a:clrScheme name="自定义 1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D00"/>
      </a:accent1>
      <a:accent2>
        <a:srgbClr val="18191C"/>
      </a:accent2>
      <a:accent3>
        <a:srgbClr val="FFBD00"/>
      </a:accent3>
      <a:accent4>
        <a:srgbClr val="18191C"/>
      </a:accent4>
      <a:accent5>
        <a:srgbClr val="FFBD00"/>
      </a:accent5>
      <a:accent6>
        <a:srgbClr val="18191C"/>
      </a:accent6>
      <a:hlink>
        <a:srgbClr val="FFBD00"/>
      </a:hlink>
      <a:folHlink>
        <a:srgbClr val="18191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68571" tIns="34285" rIns="68571" bIns="34285">
        <a:spAutoFit/>
      </a:bodyPr>
      <a:lstStyle>
        <a:defPPr algn="ctr">
          <a:defRPr sz="2000" dirty="0" smtClean="0"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第一PPT，www.1ppt.com">
  <a:themeElements>
    <a:clrScheme name="自定义 12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D00"/>
      </a:accent1>
      <a:accent2>
        <a:srgbClr val="18191C"/>
      </a:accent2>
      <a:accent3>
        <a:srgbClr val="FFBD00"/>
      </a:accent3>
      <a:accent4>
        <a:srgbClr val="18191C"/>
      </a:accent4>
      <a:accent5>
        <a:srgbClr val="FFBD00"/>
      </a:accent5>
      <a:accent6>
        <a:srgbClr val="18191C"/>
      </a:accent6>
      <a:hlink>
        <a:srgbClr val="FFBD00"/>
      </a:hlink>
      <a:folHlink>
        <a:srgbClr val="18191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128555" tIns="64278" rIns="128555" bIns="64278" rtlCol="0">
        <a:spAutoFit/>
      </a:bodyPr>
      <a:lstStyle>
        <a:defPPr algn="ctr">
          <a:defRPr sz="1547" b="1">
            <a:latin typeface="Calibri Light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Master Content Slide">
  <a:themeElements>
    <a:clrScheme name="DEC NXP color pallete">
      <a:dk1>
        <a:srgbClr val="000000"/>
      </a:dk1>
      <a:lt1>
        <a:sysClr val="window" lastClr="FFFFFF"/>
      </a:lt1>
      <a:dk2>
        <a:srgbClr val="DADADA"/>
      </a:dk2>
      <a:lt2>
        <a:srgbClr val="FFFFFF"/>
      </a:lt2>
      <a:accent1>
        <a:srgbClr val="4FABE3"/>
      </a:accent1>
      <a:accent2>
        <a:srgbClr val="1A48AA"/>
      </a:accent2>
      <a:accent3>
        <a:srgbClr val="97B81E"/>
      </a:accent3>
      <a:accent4>
        <a:srgbClr val="FF9B09"/>
      </a:accent4>
      <a:accent5>
        <a:srgbClr val="58595B"/>
      </a:accent5>
      <a:accent6>
        <a:srgbClr val="001B46"/>
      </a:accent6>
      <a:hlink>
        <a:srgbClr val="4FABE3"/>
      </a:hlink>
      <a:folHlink>
        <a:srgbClr val="4FABE3"/>
      </a:folHlink>
    </a:clrScheme>
    <a:fontScheme name="Master_PPT_Confident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82880" tIns="182880" rIns="182880" bIns="182880" rtlCol="0" anchor="t"/>
      <a:lstStyle>
        <a:defPPr algn="l">
          <a:defRPr dirty="0" smtClean="0">
            <a:solidFill>
              <a:schemeClr val="bg1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91440" tIns="45720" rIns="91440" rtlCol="0" anchor="t">
        <a:noAutofit/>
      </a:bodyPr>
      <a:lstStyle>
        <a:defPPr algn="l">
          <a:spcBef>
            <a:spcPts val="600"/>
          </a:spcBef>
          <a:defRPr sz="1700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Master_PPT_Confidential 1">
        <a:dk1>
          <a:srgbClr val="000000"/>
        </a:dk1>
        <a:lt1>
          <a:srgbClr val="FFFFFF"/>
        </a:lt1>
        <a:dk2>
          <a:srgbClr val="000000"/>
        </a:dk2>
        <a:lt2>
          <a:srgbClr val="DAD1C6"/>
        </a:lt2>
        <a:accent1>
          <a:srgbClr val="00608B"/>
        </a:accent1>
        <a:accent2>
          <a:srgbClr val="73BFD7"/>
        </a:accent2>
        <a:accent3>
          <a:srgbClr val="FFFFFF"/>
        </a:accent3>
        <a:accent4>
          <a:srgbClr val="000000"/>
        </a:accent4>
        <a:accent5>
          <a:srgbClr val="AAB6C4"/>
        </a:accent5>
        <a:accent6>
          <a:srgbClr val="68ADC3"/>
        </a:accent6>
        <a:hlink>
          <a:srgbClr val="998875"/>
        </a:hlink>
        <a:folHlink>
          <a:srgbClr val="C3CC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4" id="{BD0C0CFD-94F4-4003-9685-E3A7703EFBBA}" vid="{7C374B79-0E34-473E-9689-EACC94E1F353}"/>
    </a:ext>
  </a:extLst>
</a:theme>
</file>

<file path=ppt/theme/theme5.xml><?xml version="1.0" encoding="utf-8"?>
<a:theme xmlns:a="http://schemas.openxmlformats.org/drawingml/2006/main" name="Logo Slide">
  <a:themeElements>
    <a:clrScheme name="DEC NXP color pallete">
      <a:dk1>
        <a:srgbClr val="000000"/>
      </a:dk1>
      <a:lt1>
        <a:sysClr val="window" lastClr="FFFFFF"/>
      </a:lt1>
      <a:dk2>
        <a:srgbClr val="DADADA"/>
      </a:dk2>
      <a:lt2>
        <a:srgbClr val="FFFFFF"/>
      </a:lt2>
      <a:accent1>
        <a:srgbClr val="4FABE3"/>
      </a:accent1>
      <a:accent2>
        <a:srgbClr val="1A48AA"/>
      </a:accent2>
      <a:accent3>
        <a:srgbClr val="97B81E"/>
      </a:accent3>
      <a:accent4>
        <a:srgbClr val="FF9B09"/>
      </a:accent4>
      <a:accent5>
        <a:srgbClr val="58595B"/>
      </a:accent5>
      <a:accent6>
        <a:srgbClr val="001B46"/>
      </a:accent6>
      <a:hlink>
        <a:srgbClr val="4FABE3"/>
      </a:hlink>
      <a:folHlink>
        <a:srgbClr val="4FABE3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4" id="{BD0C0CFD-94F4-4003-9685-E3A7703EFBBA}" vid="{392B9E08-7D10-4F3C-A9BE-0FFD5968BBFE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38284BB95BF7499CCAB75BC8DB810E" ma:contentTypeVersion="18" ma:contentTypeDescription="Create a new document." ma:contentTypeScope="" ma:versionID="b0e9d5af673768d83693e068d0de6911">
  <xsd:schema xmlns:xsd="http://www.w3.org/2001/XMLSchema" xmlns:xs="http://www.w3.org/2001/XMLSchema" xmlns:p="http://schemas.microsoft.com/office/2006/metadata/properties" xmlns:ns2="ac808123-f08b-4ea7-893b-4268dd3b80e1" xmlns:ns3="4afb0ee3-9bd2-4196-a871-3b98251ad09d" xmlns:ns4="c4672b8b-43e2-4139-8cd1-27ad03f081e7" targetNamespace="http://schemas.microsoft.com/office/2006/metadata/properties" ma:root="true" ma:fieldsID="2c456c9e0161673ebb9dc54b114c6cc8" ns2:_="" ns3:_="" ns4:_="">
    <xsd:import namespace="ac808123-f08b-4ea7-893b-4268dd3b80e1"/>
    <xsd:import namespace="4afb0ee3-9bd2-4196-a871-3b98251ad09d"/>
    <xsd:import namespace="c4672b8b-43e2-4139-8cd1-27ad03f081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808123-f08b-4ea7-893b-4268dd3b8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ae9cabe-f4d8-44ae-a6f0-8d11cb15c1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b0ee3-9bd2-4196-a871-3b98251ad09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72b8b-43e2-4139-8cd1-27ad03f081e7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5246b12f-55d2-4e54-9a2d-d501c49f9b57}" ma:internalName="TaxCatchAll" ma:showField="CatchAllData" ma:web="4afb0ee3-9bd2-4196-a871-3b98251ad0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4672b8b-43e2-4139-8cd1-27ad03f081e7" xsi:nil="true"/>
    <lcf76f155ced4ddcb4097134ff3c332f xmlns="ac808123-f08b-4ea7-893b-4268dd3b80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18B35FC-CE9F-4707-B398-3EF5E4DC9C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808123-f08b-4ea7-893b-4268dd3b80e1"/>
    <ds:schemaRef ds:uri="4afb0ee3-9bd2-4196-a871-3b98251ad09d"/>
    <ds:schemaRef ds:uri="c4672b8b-43e2-4139-8cd1-27ad03f081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D66F02-5B63-42A4-9D65-F913126491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1C7917-B078-47CF-A912-D757F60A3A35}">
  <ds:schemaRefs>
    <ds:schemaRef ds:uri="http://schemas.microsoft.com/office/2006/metadata/properties"/>
    <ds:schemaRef ds:uri="http://schemas.microsoft.com/office/infopath/2007/PartnerControls"/>
    <ds:schemaRef ds:uri="c4672b8b-43e2-4139-8cd1-27ad03f081e7"/>
    <ds:schemaRef ds:uri="ac808123-f08b-4ea7-893b-4268dd3b80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Calibri</vt:lpstr>
      <vt:lpstr>Wingdings</vt:lpstr>
      <vt:lpstr>第一PPT，www.1ppt.com</vt:lpstr>
      <vt:lpstr>5_第一PPT，www.1ppt.com</vt:lpstr>
      <vt:lpstr>2_第一PPT，www.1ppt.com</vt:lpstr>
      <vt:lpstr>1_Master Content Slide</vt:lpstr>
      <vt:lpstr>Logo Slide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2020-10-27T04:31:59Z</dcterms:created>
  <dcterms:modified xsi:type="dcterms:W3CDTF">2026-06-09T03:48:40Z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0x0101007138284BB95BF7499CCAB75BC8DB810E</vt:lpwstr>
  </property>
</Properties>
</file>