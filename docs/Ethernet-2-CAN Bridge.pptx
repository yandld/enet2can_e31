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  <p:sldMasterId id="2147483648" r:id="rId5"/>
    <p:sldMasterId id="2147483722" r:id="rId6"/>
  </p:sldMasterIdLst>
  <p:notesMasterIdLst>
    <p:notesMasterId r:id="rId11"/>
  </p:notesMasterIdLst>
  <p:handoutMasterIdLst>
    <p:handoutMasterId r:id="rId12"/>
  </p:handoutMasterIdLst>
  <p:sldIdLst>
    <p:sldId id="258" r:id="rId7"/>
    <p:sldId id="259" r:id="rId8"/>
    <p:sldId id="260" r:id="rId9"/>
    <p:sldId id="261" r:id="rId10"/>
  </p:sldIdLst>
  <p:sldSz cx="12192000" cy="6858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SemiBold" panose="00000700000000000000" pitchFamily="2" charset="0"/>
      <p:bold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FF88E1-EC1C-2DD6-A1BF-35203E01BAE1}" name="Paige Iven" initials="PI" userId="S::paige.iven@nxp.com::5fa63ca2-e099-4ee5-b2b5-2b301568a6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FDF"/>
    <a:srgbClr val="3ECAFB"/>
    <a:srgbClr val="7CD000"/>
    <a:srgbClr val="FF9A00"/>
    <a:srgbClr val="FFA800"/>
    <a:srgbClr val="FFC600"/>
    <a:srgbClr val="FFAA00"/>
    <a:srgbClr val="C6EB00"/>
    <a:srgbClr val="69CA00"/>
    <a:srgbClr val="006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81902-DF9B-460C-8FC9-75FC5E3DD661}" v="1" dt="2026-07-01T13:59:49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96" y="3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0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YANG" userId="ec3b95a60f5d9032" providerId="LiveId" clId="{17CA9E90-738D-4CF7-A326-38727EB41754}"/>
    <pc:docChg chg="custSel addSld modSld">
      <pc:chgData name="XI YANG" userId="ec3b95a60f5d9032" providerId="LiveId" clId="{17CA9E90-738D-4CF7-A326-38727EB41754}" dt="2026-07-01T14:00:11.316" v="9" actId="1076"/>
      <pc:docMkLst>
        <pc:docMk/>
      </pc:docMkLst>
      <pc:sldChg chg="delSp modSp mod delAnim">
        <pc:chgData name="XI YANG" userId="ec3b95a60f5d9032" providerId="LiveId" clId="{17CA9E90-738D-4CF7-A326-38727EB41754}" dt="2026-07-01T14:00:11.316" v="9" actId="1076"/>
        <pc:sldMkLst>
          <pc:docMk/>
          <pc:sldMk cId="723538712" sldId="260"/>
        </pc:sldMkLst>
        <pc:picChg chg="del">
          <ac:chgData name="XI YANG" userId="ec3b95a60f5d9032" providerId="LiveId" clId="{17CA9E90-738D-4CF7-A326-38727EB41754}" dt="2026-07-01T13:59:53.256" v="1" actId="478"/>
          <ac:picMkLst>
            <pc:docMk/>
            <pc:sldMk cId="723538712" sldId="260"/>
            <ac:picMk id="2" creationId="{92E470B9-00F2-CFC2-9144-A4E8BD6B0E0C}"/>
          </ac:picMkLst>
        </pc:picChg>
        <pc:picChg chg="mod">
          <ac:chgData name="XI YANG" userId="ec3b95a60f5d9032" providerId="LiveId" clId="{17CA9E90-738D-4CF7-A326-38727EB41754}" dt="2026-07-01T14:00:11.316" v="9" actId="1076"/>
          <ac:picMkLst>
            <pc:docMk/>
            <pc:sldMk cId="723538712" sldId="260"/>
            <ac:picMk id="4" creationId="{69DCBD70-21C8-C814-E43E-FDD291121C76}"/>
          </ac:picMkLst>
        </pc:picChg>
      </pc:sldChg>
      <pc:sldChg chg="delSp modSp add mod delAnim">
        <pc:chgData name="XI YANG" userId="ec3b95a60f5d9032" providerId="LiveId" clId="{17CA9E90-738D-4CF7-A326-38727EB41754}" dt="2026-07-01T14:00:00.937" v="5" actId="478"/>
        <pc:sldMkLst>
          <pc:docMk/>
          <pc:sldMk cId="277931650" sldId="261"/>
        </pc:sldMkLst>
        <pc:picChg chg="del mod">
          <ac:chgData name="XI YANG" userId="ec3b95a60f5d9032" providerId="LiveId" clId="{17CA9E90-738D-4CF7-A326-38727EB41754}" dt="2026-07-01T14:00:00.937" v="5" actId="478"/>
          <ac:picMkLst>
            <pc:docMk/>
            <pc:sldMk cId="277931650" sldId="261"/>
            <ac:picMk id="2" creationId="{CF49F820-B90F-AF35-3935-DF6FBCA7F3EC}"/>
          </ac:picMkLst>
        </pc:picChg>
        <pc:picChg chg="del">
          <ac:chgData name="XI YANG" userId="ec3b95a60f5d9032" providerId="LiveId" clId="{17CA9E90-738D-4CF7-A326-38727EB41754}" dt="2026-07-01T13:59:55.022" v="2" actId="478"/>
          <ac:picMkLst>
            <pc:docMk/>
            <pc:sldMk cId="277931650" sldId="261"/>
            <ac:picMk id="4" creationId="{15756776-C682-741F-D284-63DFC797BD59}"/>
          </ac:picMkLst>
        </pc:picChg>
      </pc:sldChg>
    </pc:docChg>
  </pc:docChgLst>
  <pc:docChgLst>
    <pc:chgData name="Neo Feng" userId="f33b2939-2038-4f1b-b0fe-827d16423ea5" providerId="ADAL" clId="{12F8C5D3-E717-4B4E-8C2A-72204A29F20C}"/>
    <pc:docChg chg="undo custSel addSld delSld modSld sldOrd delMainMaster modMainMaster addSection delSection modSection">
      <pc:chgData name="Neo Feng" userId="f33b2939-2038-4f1b-b0fe-827d16423ea5" providerId="ADAL" clId="{12F8C5D3-E717-4B4E-8C2A-72204A29F20C}" dt="2026-06-20T05:02:18.242" v="1279" actId="20577"/>
      <pc:docMkLst>
        <pc:docMk/>
      </pc:docMkLst>
      <pc:sldMasterChg chg="delSldLayout">
        <pc:chgData name="Neo Feng" userId="f33b2939-2038-4f1b-b0fe-827d16423ea5" providerId="ADAL" clId="{12F8C5D3-E717-4B4E-8C2A-72204A29F20C}" dt="2026-06-19T04:37:56.102" v="1047" actId="47"/>
        <pc:sldMasterMkLst>
          <pc:docMk/>
          <pc:sldMasterMk cId="3886770927" sldId="2147483648"/>
        </pc:sldMasterMkLst>
      </pc:sldMasterChg>
      <pc:sldMasterChg chg="delSldLayout">
        <pc:chgData name="Neo Feng" userId="f33b2939-2038-4f1b-b0fe-827d16423ea5" providerId="ADAL" clId="{12F8C5D3-E717-4B4E-8C2A-72204A29F20C}" dt="2026-06-19T04:38:24.861" v="1049" actId="2696"/>
        <pc:sldMasterMkLst>
          <pc:docMk/>
          <pc:sldMasterMk cId="1019538345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E02F7B83-40C4-0CC6-32A9-0CBD5CD1A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402" y="8700833"/>
            <a:ext cx="1735707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F589425-449D-4D80-B16A-0FCA3F0B391A}" type="datetime9">
              <a:rPr lang="en-US" sz="900" smtClean="0">
                <a:latin typeface="Poppins" panose="00000500000000000000" pitchFamily="2" charset="0"/>
                <a:cs typeface="Poppins" panose="00000500000000000000" pitchFamily="2" charset="0"/>
              </a:rPr>
              <a:pPr algn="l"/>
              <a:t>7/1/2026 6:59:42 AM</a:t>
            </a:fld>
            <a:endParaRPr lang="en-US" sz="9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F31D04-11DD-A567-1CE0-22313F186B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12054" y="8700833"/>
            <a:ext cx="3259874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sz="900">
                <a:latin typeface="Poppins" panose="00000500000000000000" pitchFamily="2" charset="0"/>
                <a:cs typeface="Poppins" panose="00000500000000000000" pitchFamily="2" charset="0"/>
              </a:rPr>
              <a:t>|  © NXP  |  Public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44DC7DF-5E71-C95A-68A7-7D0EEEA60F0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10024" y="8700833"/>
            <a:ext cx="416205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1A579D-3553-4F33-9067-7E7231905C3B}" type="slidenum">
              <a:rPr lang="en-US" sz="1000">
                <a:latin typeface="Poppins" panose="00000500000000000000" pitchFamily="2" charset="0"/>
                <a:cs typeface="Poppins" panose="00000500000000000000" pitchFamily="2" charset="0"/>
              </a:rPr>
              <a:pPr/>
              <a:t>‹#›</a:t>
            </a:fld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D42022-CD4C-2B31-7033-BE65CC5F31B1}"/>
              </a:ext>
            </a:extLst>
          </p:cNvPr>
          <p:cNvGrpSpPr/>
          <p:nvPr/>
        </p:nvGrpSpPr>
        <p:grpSpPr>
          <a:xfrm>
            <a:off x="5936457" y="8705967"/>
            <a:ext cx="547861" cy="185337"/>
            <a:chOff x="532238" y="532263"/>
            <a:chExt cx="1522954" cy="5152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5308769-5F22-5F62-3F1E-D4C54D321D02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2B8103-707D-7471-CF82-82247C499B24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3E3FD-AAAB-3A08-98D2-DF744BB8CA3D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8013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118F7E-5CDC-0D0D-8A1F-979CEC795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402" y="8700833"/>
            <a:ext cx="1735707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F589425-449D-4D80-B16A-0FCA3F0B391A}" type="datetime9">
              <a:rPr lang="en-US" sz="900" smtClean="0">
                <a:latin typeface="Poppins" panose="00000500000000000000" pitchFamily="2" charset="0"/>
                <a:cs typeface="Poppins" panose="00000500000000000000" pitchFamily="2" charset="0"/>
              </a:rPr>
              <a:pPr algn="l"/>
              <a:t>7/1/2026 6:59:42 AM</a:t>
            </a:fld>
            <a:endParaRPr lang="en-US" sz="9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606DA34-9F7A-84F8-5163-E2C98D7C7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12054" y="8700833"/>
            <a:ext cx="3259874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900"/>
              <a:t>|  © NXP  |  Public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7CCF6B6-CD45-B791-1362-E2D172911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10024" y="8700833"/>
            <a:ext cx="416205" cy="26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FB1A579D-3553-4F33-9067-7E7231905C3B}" type="slidenum">
              <a:rPr lang="en-US" sz="1000" smtClean="0"/>
              <a:pPr/>
              <a:t>‹#›</a:t>
            </a:fld>
            <a:endParaRPr lang="en-US" sz="1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A0B33B-913A-805D-B3BA-BEB9A3846A1E}"/>
              </a:ext>
            </a:extLst>
          </p:cNvPr>
          <p:cNvGrpSpPr/>
          <p:nvPr/>
        </p:nvGrpSpPr>
        <p:grpSpPr>
          <a:xfrm>
            <a:off x="5936457" y="8705967"/>
            <a:ext cx="547861" cy="185337"/>
            <a:chOff x="532238" y="532263"/>
            <a:chExt cx="1522954" cy="5152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D13B215-5B62-AE2A-C23A-A682BD720511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5F9349-CEF0-0583-3F11-0ABE2362580B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01CD4DC-CADC-2222-5553-DECDEF314F43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0B2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45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xp.com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CDF47C-C325-BB7F-C4C7-3D26C8895BA9}"/>
              </a:ext>
            </a:extLst>
          </p:cNvPr>
          <p:cNvSpPr/>
          <p:nvPr/>
        </p:nvSpPr>
        <p:spPr>
          <a:xfrm>
            <a:off x="532238" y="532263"/>
            <a:ext cx="584573" cy="515204"/>
          </a:xfrm>
          <a:custGeom>
            <a:avLst/>
            <a:gdLst>
              <a:gd name="connsiteX0" fmla="*/ 670274 w 919067"/>
              <a:gd name="connsiteY0" fmla="*/ 0 h 810006"/>
              <a:gd name="connsiteX1" fmla="*/ 670274 w 919067"/>
              <a:gd name="connsiteY1" fmla="*/ 489394 h 810006"/>
              <a:gd name="connsiteX2" fmla="*/ 248984 w 919067"/>
              <a:gd name="connsiteY2" fmla="*/ 0 h 810006"/>
              <a:gd name="connsiteX3" fmla="*/ 0 w 919067"/>
              <a:gd name="connsiteY3" fmla="*/ 0 h 810006"/>
              <a:gd name="connsiteX4" fmla="*/ 0 w 919067"/>
              <a:gd name="connsiteY4" fmla="*/ 809244 h 810006"/>
              <a:gd name="connsiteX5" fmla="*/ 476 w 919067"/>
              <a:gd name="connsiteY5" fmla="*/ 810006 h 810006"/>
              <a:gd name="connsiteX6" fmla="*/ 249174 w 919067"/>
              <a:gd name="connsiteY6" fmla="*/ 809911 h 810006"/>
              <a:gd name="connsiteX7" fmla="*/ 249079 w 919067"/>
              <a:gd name="connsiteY7" fmla="*/ 320516 h 810006"/>
              <a:gd name="connsiteX8" fmla="*/ 670370 w 919067"/>
              <a:gd name="connsiteY8" fmla="*/ 810006 h 810006"/>
              <a:gd name="connsiteX9" fmla="*/ 919067 w 919067"/>
              <a:gd name="connsiteY9" fmla="*/ 405003 h 810006"/>
              <a:gd name="connsiteX10" fmla="*/ 670370 w 919067"/>
              <a:gd name="connsiteY10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9067" h="810006">
                <a:moveTo>
                  <a:pt x="670274" y="0"/>
                </a:moveTo>
                <a:lnTo>
                  <a:pt x="670274" y="489394"/>
                </a:lnTo>
                <a:lnTo>
                  <a:pt x="248984" y="0"/>
                </a:lnTo>
                <a:lnTo>
                  <a:pt x="0" y="0"/>
                </a:lnTo>
                <a:lnTo>
                  <a:pt x="0" y="809244"/>
                </a:lnTo>
                <a:lnTo>
                  <a:pt x="476" y="810006"/>
                </a:lnTo>
                <a:lnTo>
                  <a:pt x="249174" y="809911"/>
                </a:lnTo>
                <a:lnTo>
                  <a:pt x="249079" y="320516"/>
                </a:lnTo>
                <a:lnTo>
                  <a:pt x="670370" y="810006"/>
                </a:lnTo>
                <a:lnTo>
                  <a:pt x="919067" y="405003"/>
                </a:lnTo>
                <a:lnTo>
                  <a:pt x="670370" y="0"/>
                </a:lnTo>
              </a:path>
            </a:pathLst>
          </a:custGeom>
          <a:solidFill>
            <a:srgbClr val="F9B5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662EDF-F39B-15A1-566D-412FDA49117E}"/>
              </a:ext>
            </a:extLst>
          </p:cNvPr>
          <p:cNvSpPr/>
          <p:nvPr/>
        </p:nvSpPr>
        <p:spPr>
          <a:xfrm>
            <a:off x="1484069" y="532263"/>
            <a:ext cx="571123" cy="515204"/>
          </a:xfrm>
          <a:custGeom>
            <a:avLst/>
            <a:gdLst>
              <a:gd name="connsiteX0" fmla="*/ 603599 w 897921"/>
              <a:gd name="connsiteY0" fmla="*/ 0 h 810006"/>
              <a:gd name="connsiteX1" fmla="*/ 248698 w 897921"/>
              <a:gd name="connsiteY1" fmla="*/ 0 h 810006"/>
              <a:gd name="connsiteX2" fmla="*/ 0 w 897921"/>
              <a:gd name="connsiteY2" fmla="*/ 405003 h 810006"/>
              <a:gd name="connsiteX3" fmla="*/ 248603 w 897921"/>
              <a:gd name="connsiteY3" fmla="*/ 810006 h 810006"/>
              <a:gd name="connsiteX4" fmla="*/ 248698 w 897921"/>
              <a:gd name="connsiteY4" fmla="*/ 810006 h 810006"/>
              <a:gd name="connsiteX5" fmla="*/ 248603 w 897921"/>
              <a:gd name="connsiteY5" fmla="*/ 631127 h 810006"/>
              <a:gd name="connsiteX6" fmla="*/ 668750 w 897921"/>
              <a:gd name="connsiteY6" fmla="*/ 631127 h 810006"/>
              <a:gd name="connsiteX7" fmla="*/ 897922 w 897921"/>
              <a:gd name="connsiteY7" fmla="*/ 372142 h 810006"/>
              <a:gd name="connsiteX8" fmla="*/ 897922 w 897921"/>
              <a:gd name="connsiteY8" fmla="*/ 276987 h 810006"/>
              <a:gd name="connsiteX9" fmla="*/ 603599 w 897921"/>
              <a:gd name="connsiteY9" fmla="*/ 0 h 810006"/>
              <a:gd name="connsiteX10" fmla="*/ 665702 w 897921"/>
              <a:gd name="connsiteY10" fmla="*/ 326803 h 810006"/>
              <a:gd name="connsiteX11" fmla="*/ 584835 w 897921"/>
              <a:gd name="connsiteY11" fmla="*/ 430054 h 810006"/>
              <a:gd name="connsiteX12" fmla="*/ 248984 w 897921"/>
              <a:gd name="connsiteY12" fmla="*/ 430054 h 810006"/>
              <a:gd name="connsiteX13" fmla="*/ 248984 w 897921"/>
              <a:gd name="connsiteY13" fmla="*/ 200882 h 810006"/>
              <a:gd name="connsiteX14" fmla="*/ 563499 w 897921"/>
              <a:gd name="connsiteY14" fmla="*/ 200882 h 810006"/>
              <a:gd name="connsiteX15" fmla="*/ 665702 w 897921"/>
              <a:gd name="connsiteY15" fmla="*/ 286893 h 810006"/>
              <a:gd name="connsiteX16" fmla="*/ 665702 w 897921"/>
              <a:gd name="connsiteY16" fmla="*/ 326803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7921" h="810006">
                <a:moveTo>
                  <a:pt x="603599" y="0"/>
                </a:moveTo>
                <a:lnTo>
                  <a:pt x="248698" y="0"/>
                </a:lnTo>
                <a:lnTo>
                  <a:pt x="0" y="405003"/>
                </a:lnTo>
                <a:lnTo>
                  <a:pt x="248603" y="810006"/>
                </a:lnTo>
                <a:lnTo>
                  <a:pt x="248698" y="810006"/>
                </a:lnTo>
                <a:lnTo>
                  <a:pt x="248603" y="631127"/>
                </a:lnTo>
                <a:lnTo>
                  <a:pt x="668750" y="631127"/>
                </a:lnTo>
                <a:cubicBezTo>
                  <a:pt x="845153" y="631127"/>
                  <a:pt x="897922" y="492728"/>
                  <a:pt x="897922" y="372142"/>
                </a:cubicBezTo>
                <a:lnTo>
                  <a:pt x="897922" y="276987"/>
                </a:lnTo>
                <a:cubicBezTo>
                  <a:pt x="897922" y="118300"/>
                  <a:pt x="840677" y="0"/>
                  <a:pt x="603599" y="0"/>
                </a:cubicBezTo>
                <a:close/>
                <a:moveTo>
                  <a:pt x="665702" y="326803"/>
                </a:moveTo>
                <a:cubicBezTo>
                  <a:pt x="665702" y="374809"/>
                  <a:pt x="643223" y="430054"/>
                  <a:pt x="584835" y="430054"/>
                </a:cubicBezTo>
                <a:lnTo>
                  <a:pt x="248984" y="430054"/>
                </a:lnTo>
                <a:lnTo>
                  <a:pt x="248984" y="200882"/>
                </a:lnTo>
                <a:lnTo>
                  <a:pt x="563499" y="200882"/>
                </a:lnTo>
                <a:cubicBezTo>
                  <a:pt x="638747" y="200882"/>
                  <a:pt x="665702" y="232124"/>
                  <a:pt x="665702" y="286893"/>
                </a:cubicBezTo>
                <a:lnTo>
                  <a:pt x="665702" y="326803"/>
                </a:lnTo>
                <a:close/>
              </a:path>
            </a:pathLst>
          </a:custGeom>
          <a:solidFill>
            <a:srgbClr val="69CA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7E18CE-E236-624D-A553-0F4E7177EEC5}"/>
              </a:ext>
            </a:extLst>
          </p:cNvPr>
          <p:cNvSpPr/>
          <p:nvPr/>
        </p:nvSpPr>
        <p:spPr>
          <a:xfrm>
            <a:off x="1006245" y="532263"/>
            <a:ext cx="588389" cy="515204"/>
          </a:xfrm>
          <a:custGeom>
            <a:avLst/>
            <a:gdLst>
              <a:gd name="connsiteX0" fmla="*/ 675894 w 925067"/>
              <a:gd name="connsiteY0" fmla="*/ 0 h 810006"/>
              <a:gd name="connsiteX1" fmla="*/ 630460 w 925067"/>
              <a:gd name="connsiteY1" fmla="*/ 0 h 810006"/>
              <a:gd name="connsiteX2" fmla="*/ 462534 w 925067"/>
              <a:gd name="connsiteY2" fmla="*/ 269177 h 810006"/>
              <a:gd name="connsiteX3" fmla="*/ 294704 w 925067"/>
              <a:gd name="connsiteY3" fmla="*/ 0 h 810006"/>
              <a:gd name="connsiteX4" fmla="*/ 248507 w 925067"/>
              <a:gd name="connsiteY4" fmla="*/ 0 h 810006"/>
              <a:gd name="connsiteX5" fmla="*/ 0 w 925067"/>
              <a:gd name="connsiteY5" fmla="*/ 0 h 810006"/>
              <a:gd name="connsiteX6" fmla="*/ 248698 w 925067"/>
              <a:gd name="connsiteY6" fmla="*/ 405003 h 810006"/>
              <a:gd name="connsiteX7" fmla="*/ 0 w 925067"/>
              <a:gd name="connsiteY7" fmla="*/ 810006 h 810006"/>
              <a:gd name="connsiteX8" fmla="*/ 248984 w 925067"/>
              <a:gd name="connsiteY8" fmla="*/ 810006 h 810006"/>
              <a:gd name="connsiteX9" fmla="*/ 294704 w 925067"/>
              <a:gd name="connsiteY9" fmla="*/ 810006 h 810006"/>
              <a:gd name="connsiteX10" fmla="*/ 462534 w 925067"/>
              <a:gd name="connsiteY10" fmla="*/ 540734 h 810006"/>
              <a:gd name="connsiteX11" fmla="*/ 630460 w 925067"/>
              <a:gd name="connsiteY11" fmla="*/ 810006 h 810006"/>
              <a:gd name="connsiteX12" fmla="*/ 676466 w 925067"/>
              <a:gd name="connsiteY12" fmla="*/ 810006 h 810006"/>
              <a:gd name="connsiteX13" fmla="*/ 925068 w 925067"/>
              <a:gd name="connsiteY13" fmla="*/ 809911 h 810006"/>
              <a:gd name="connsiteX14" fmla="*/ 676370 w 925067"/>
              <a:gd name="connsiteY14" fmla="*/ 405003 h 810006"/>
              <a:gd name="connsiteX15" fmla="*/ 925068 w 925067"/>
              <a:gd name="connsiteY15" fmla="*/ 0 h 810006"/>
              <a:gd name="connsiteX16" fmla="*/ 675894 w 925067"/>
              <a:gd name="connsiteY16" fmla="*/ 0 h 81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5067" h="810006">
                <a:moveTo>
                  <a:pt x="675894" y="0"/>
                </a:moveTo>
                <a:lnTo>
                  <a:pt x="630460" y="0"/>
                </a:lnTo>
                <a:lnTo>
                  <a:pt x="462534" y="269177"/>
                </a:lnTo>
                <a:lnTo>
                  <a:pt x="294704" y="0"/>
                </a:lnTo>
                <a:lnTo>
                  <a:pt x="248507" y="0"/>
                </a:lnTo>
                <a:lnTo>
                  <a:pt x="0" y="0"/>
                </a:lnTo>
                <a:lnTo>
                  <a:pt x="248698" y="405003"/>
                </a:lnTo>
                <a:lnTo>
                  <a:pt x="0" y="810006"/>
                </a:lnTo>
                <a:lnTo>
                  <a:pt x="248984" y="810006"/>
                </a:lnTo>
                <a:lnTo>
                  <a:pt x="294704" y="810006"/>
                </a:lnTo>
                <a:lnTo>
                  <a:pt x="462534" y="540734"/>
                </a:lnTo>
                <a:lnTo>
                  <a:pt x="630460" y="810006"/>
                </a:lnTo>
                <a:lnTo>
                  <a:pt x="676466" y="810006"/>
                </a:lnTo>
                <a:lnTo>
                  <a:pt x="925068" y="809911"/>
                </a:lnTo>
                <a:lnTo>
                  <a:pt x="676370" y="405003"/>
                </a:lnTo>
                <a:lnTo>
                  <a:pt x="925068" y="0"/>
                </a:lnTo>
                <a:lnTo>
                  <a:pt x="675894" y="0"/>
                </a:lnTo>
              </a:path>
            </a:pathLst>
          </a:custGeom>
          <a:solidFill>
            <a:srgbClr val="0EAFE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Poppins" panose="00000500000000000000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F899F3-4A81-1BED-FC34-96E0CF1E0B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342652" y="5223518"/>
            <a:ext cx="5062912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If required goes here | speaker title, </a:t>
            </a:r>
            <a:br>
              <a:rPr lang="en-GB"/>
            </a:br>
            <a:r>
              <a:rPr lang="en-GB"/>
              <a:t>date and /or additional information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07D2A9-EA64-7655-994E-7F1A46D1A87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342652" y="4695137"/>
            <a:ext cx="5062912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2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Subheading or speaker name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1F12CB4-23BC-65BB-21C5-8EB7AC7F287C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8AF1407E-E8DD-506D-ABAE-03BCC68F5A4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342652" y="1616531"/>
            <a:ext cx="5122863" cy="261098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The Presentation Title Goes Here</a:t>
            </a:r>
          </a:p>
        </p:txBody>
      </p:sp>
      <p:sp>
        <p:nvSpPr>
          <p:cNvPr id="657" name="Freeform: Shape 656">
            <a:extLst>
              <a:ext uri="{FF2B5EF4-FFF2-40B4-BE49-F238E27FC236}">
                <a16:creationId xmlns:a16="http://schemas.microsoft.com/office/drawing/2014/main" id="{E3A46AE2-8953-2DAD-BD2C-286395E97B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24" name="Group 823">
            <a:extLst>
              <a:ext uri="{FF2B5EF4-FFF2-40B4-BE49-F238E27FC236}">
                <a16:creationId xmlns:a16="http://schemas.microsoft.com/office/drawing/2014/main" id="{63B0AD2C-A67C-7520-B7C0-BF6D2D66050D}"/>
              </a:ext>
            </a:extLst>
          </p:cNvPr>
          <p:cNvGrpSpPr/>
          <p:nvPr userDrawn="1"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776" name="Rectangle 261">
              <a:extLst>
                <a:ext uri="{FF2B5EF4-FFF2-40B4-BE49-F238E27FC236}">
                  <a16:creationId xmlns:a16="http://schemas.microsoft.com/office/drawing/2014/main" id="{00FD7D2F-473A-5EEA-D387-F4C18FD87E6A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7" name="Rectangle 260">
              <a:extLst>
                <a:ext uri="{FF2B5EF4-FFF2-40B4-BE49-F238E27FC236}">
                  <a16:creationId xmlns:a16="http://schemas.microsoft.com/office/drawing/2014/main" id="{6749D164-4382-59D1-CDFB-1A4814799632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8" name="Rectangle 259">
              <a:extLst>
                <a:ext uri="{FF2B5EF4-FFF2-40B4-BE49-F238E27FC236}">
                  <a16:creationId xmlns:a16="http://schemas.microsoft.com/office/drawing/2014/main" id="{5A3076DC-7053-CB86-4071-FF3196AA0A6D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9393E7F-EEFF-2046-BE27-690A502DE54A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1" name="Isosceles Triangle 724">
              <a:extLst>
                <a:ext uri="{FF2B5EF4-FFF2-40B4-BE49-F238E27FC236}">
                  <a16:creationId xmlns:a16="http://schemas.microsoft.com/office/drawing/2014/main" id="{B19082AB-A446-A73A-4836-1CA3BBEB1AD6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3" name="Isosceles Triangle 721">
              <a:extLst>
                <a:ext uri="{FF2B5EF4-FFF2-40B4-BE49-F238E27FC236}">
                  <a16:creationId xmlns:a16="http://schemas.microsoft.com/office/drawing/2014/main" id="{F4DB61AD-8D81-DE49-E7CD-9E7F56144347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784" name="Group 783">
              <a:extLst>
                <a:ext uri="{FF2B5EF4-FFF2-40B4-BE49-F238E27FC236}">
                  <a16:creationId xmlns:a16="http://schemas.microsoft.com/office/drawing/2014/main" id="{03CF74F4-6972-60A6-9520-42555F63C955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36CED33-C4BF-5A22-2516-CB49C11EAE5D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F0CCCF85-7D93-8CDB-B2C4-DDD8AA9D0B89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12EA42A1-D5A2-9A8A-D79B-DB21CED44CF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8CA20B0B-15D4-3C73-5A6E-5DF71E3FC371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5633E76A-B1B5-CAC2-F7EB-8BD9415C8132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2FE245B1-340D-6060-01F3-7E27D0BF5E2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9213B0F-2D2B-E1B8-A223-88CC785CEE46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9AD414FA-E2AA-BD1F-124D-871FF73D28FF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793" name="Graphic 613">
                <a:extLst>
                  <a:ext uri="{FF2B5EF4-FFF2-40B4-BE49-F238E27FC236}">
                    <a16:creationId xmlns:a16="http://schemas.microsoft.com/office/drawing/2014/main" id="{F4E7E71B-0CE4-C91F-23E8-68B21BAFF2F1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47A66535-2B81-C8B1-FD40-24A3BA83DA85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7C470C26-0D1B-2EFD-1EB5-10FB343DC91D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4" name="Graphic 613">
                <a:extLst>
                  <a:ext uri="{FF2B5EF4-FFF2-40B4-BE49-F238E27FC236}">
                    <a16:creationId xmlns:a16="http://schemas.microsoft.com/office/drawing/2014/main" id="{260CCB6D-46FF-BADB-DA68-067865FD0C00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513573F0-D33B-1A24-732D-301B8889DBBE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03C67307-4DB6-FBCD-83BD-50E9E5984D2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95" name="Graphic 613">
                <a:extLst>
                  <a:ext uri="{FF2B5EF4-FFF2-40B4-BE49-F238E27FC236}">
                    <a16:creationId xmlns:a16="http://schemas.microsoft.com/office/drawing/2014/main" id="{15C431FD-5666-9A75-1DE8-A01BA40A38E1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11CDCF6B-0A03-3C47-FE91-39C26D9402C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551D080F-00B2-5704-CEE4-169585AF0AB4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B695130A-F28F-2A4C-E6F6-27886BFC7067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DBE114AE-29C9-448A-6626-1D17A2F5DDF4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8FBC2B82-C25D-6E8E-6D4C-0ACA4FF2955E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D6AC41A-4356-5348-377D-86E13FA649DC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574816AE-4872-BB0E-96CB-267FC3E1853B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C02FB2F-5C8D-C4A4-10CF-0E187E786895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5AFB6568-4F88-7CF5-DBC6-AAFE600AFB0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099B10D-5619-3007-F507-4EC592A34066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FD1B00BE-5046-28D6-CE08-9E1758EE00A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F44045-7D37-F463-3A26-C91F9A481AC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3DE82C00-348A-85AC-6440-F75CFF93245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7" name="Graphic 613">
                <a:extLst>
                  <a:ext uri="{FF2B5EF4-FFF2-40B4-BE49-F238E27FC236}">
                    <a16:creationId xmlns:a16="http://schemas.microsoft.com/office/drawing/2014/main" id="{C507D0A6-1C72-9B81-D04F-07A1EF82DCEE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1DD2FE8D-6799-D71A-CA01-EC291DA393FA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2BE8CBBA-3ABB-08CB-618D-7BAD90A67548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613">
                <a:extLst>
                  <a:ext uri="{FF2B5EF4-FFF2-40B4-BE49-F238E27FC236}">
                    <a16:creationId xmlns:a16="http://schemas.microsoft.com/office/drawing/2014/main" id="{1F051D73-72BD-9C74-92C3-B3DBD7C1765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5C3FA0E3-5CB3-C626-2F49-C4138EB0FD47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4DCD25AA-C4D3-4092-17FA-5FB3F8D8027E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613">
                <a:extLst>
                  <a:ext uri="{FF2B5EF4-FFF2-40B4-BE49-F238E27FC236}">
                    <a16:creationId xmlns:a16="http://schemas.microsoft.com/office/drawing/2014/main" id="{F86DF028-5FB0-942A-E7F2-8AA9C98D8144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BC93CCD2-D0D8-C6EE-4B82-B5ADC35A6BFE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11412ACA-0D40-4A13-54E9-1FF967ECAE3B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4620E3A-B676-25BB-B8B2-720BE7C665CF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918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 in tou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2404B-61EC-F3F7-AAAA-6B9C2AF8CB4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351951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 b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BD66F51-07B2-8F1A-36BF-9A36550A0381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AD22C40A-025C-3A65-C23E-81F44AD3D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2650" y="2122688"/>
            <a:ext cx="5122863" cy="1593836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4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Get in touch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3AF13F-9AC9-D9C7-4132-82EBF52AE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42650" y="4184148"/>
            <a:ext cx="5122863" cy="42315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507C134-47D6-3A51-C496-34B2B2CFCF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2650" y="4685635"/>
            <a:ext cx="5122863" cy="531824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+mn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email@nxp.com</a:t>
            </a:r>
          </a:p>
          <a:p>
            <a:pPr lvl="0"/>
            <a:r>
              <a:rPr lang="en-US"/>
              <a:t>+00 000 000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EC22B7-AC50-3533-ED12-C2CA0A67E113}"/>
              </a:ext>
            </a:extLst>
          </p:cNvPr>
          <p:cNvGrpSpPr/>
          <p:nvPr userDrawn="1"/>
        </p:nvGrpSpPr>
        <p:grpSpPr>
          <a:xfrm>
            <a:off x="532238" y="532263"/>
            <a:ext cx="1522954" cy="515204"/>
            <a:chOff x="532238" y="532263"/>
            <a:chExt cx="1522954" cy="5152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54202B-6604-81FD-EFD4-BD64CAFE0D1D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BFDC21-8E21-AA5D-658E-54E8B310028F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9209123-D416-9ED3-EDB4-22B8716724A4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A53357D-FBFD-3576-4D82-C43A46D6F22E}"/>
              </a:ext>
            </a:extLst>
          </p:cNvPr>
          <p:cNvGrpSpPr/>
          <p:nvPr userDrawn="1"/>
        </p:nvGrpSpPr>
        <p:grpSpPr>
          <a:xfrm>
            <a:off x="6473825" y="1"/>
            <a:ext cx="5818893" cy="6866964"/>
            <a:chOff x="6473825" y="1"/>
            <a:chExt cx="5818893" cy="6866964"/>
          </a:xfrm>
        </p:grpSpPr>
        <p:sp>
          <p:nvSpPr>
            <p:cNvPr id="543" name="Rectangle 261">
              <a:extLst>
                <a:ext uri="{FF2B5EF4-FFF2-40B4-BE49-F238E27FC236}">
                  <a16:creationId xmlns:a16="http://schemas.microsoft.com/office/drawing/2014/main" id="{B26EC4DC-8AD7-D9F6-2780-F2AE60E035FE}"/>
                </a:ext>
              </a:extLst>
            </p:cNvPr>
            <p:cNvSpPr/>
            <p:nvPr userDrawn="1"/>
          </p:nvSpPr>
          <p:spPr>
            <a:xfrm>
              <a:off x="8319247" y="1"/>
              <a:ext cx="2498165" cy="3446946"/>
            </a:xfrm>
            <a:custGeom>
              <a:avLst/>
              <a:gdLst>
                <a:gd name="connsiteX0" fmla="*/ 0 w 723153"/>
                <a:gd name="connsiteY0" fmla="*/ 0 h 328706"/>
                <a:gd name="connsiteX1" fmla="*/ 723153 w 723153"/>
                <a:gd name="connsiteY1" fmla="*/ 0 h 328706"/>
                <a:gd name="connsiteX2" fmla="*/ 723153 w 723153"/>
                <a:gd name="connsiteY2" fmla="*/ 328706 h 328706"/>
                <a:gd name="connsiteX3" fmla="*/ 0 w 723153"/>
                <a:gd name="connsiteY3" fmla="*/ 328706 h 328706"/>
                <a:gd name="connsiteX4" fmla="*/ 0 w 723153"/>
                <a:gd name="connsiteY4" fmla="*/ 0 h 328706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2498165 w 2498165"/>
                <a:gd name="connsiteY2" fmla="*/ 328706 h 3442447"/>
                <a:gd name="connsiteX3" fmla="*/ 0 w 2498165"/>
                <a:gd name="connsiteY3" fmla="*/ 3442447 h 3442447"/>
                <a:gd name="connsiteX4" fmla="*/ 1775012 w 2498165"/>
                <a:gd name="connsiteY4" fmla="*/ 0 h 3442447"/>
                <a:gd name="connsiteX0" fmla="*/ 1775012 w 2498165"/>
                <a:gd name="connsiteY0" fmla="*/ 0 h 3442447"/>
                <a:gd name="connsiteX1" fmla="*/ 2498165 w 2498165"/>
                <a:gd name="connsiteY1" fmla="*/ 0 h 3442447"/>
                <a:gd name="connsiteX2" fmla="*/ 0 w 2498165"/>
                <a:gd name="connsiteY2" fmla="*/ 3442447 h 3442447"/>
                <a:gd name="connsiteX3" fmla="*/ 1775012 w 2498165"/>
                <a:gd name="connsiteY3" fmla="*/ 0 h 344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8165" h="3442447">
                  <a:moveTo>
                    <a:pt x="1775012" y="0"/>
                  </a:moveTo>
                  <a:lnTo>
                    <a:pt x="2498165" y="0"/>
                  </a:lnTo>
                  <a:lnTo>
                    <a:pt x="0" y="3442447"/>
                  </a:lnTo>
                  <a:lnTo>
                    <a:pt x="1775012" y="0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4" name="Rectangle 260">
              <a:extLst>
                <a:ext uri="{FF2B5EF4-FFF2-40B4-BE49-F238E27FC236}">
                  <a16:creationId xmlns:a16="http://schemas.microsoft.com/office/drawing/2014/main" id="{DDF80EDE-CC24-05E3-6B51-3E37E4FDEE86}"/>
                </a:ext>
              </a:extLst>
            </p:cNvPr>
            <p:cNvSpPr/>
            <p:nvPr userDrawn="1"/>
          </p:nvSpPr>
          <p:spPr>
            <a:xfrm>
              <a:off x="7129929" y="1"/>
              <a:ext cx="1176282" cy="3464900"/>
            </a:xfrm>
            <a:custGeom>
              <a:avLst/>
              <a:gdLst>
                <a:gd name="connsiteX0" fmla="*/ 0 w 644376"/>
                <a:gd name="connsiteY0" fmla="*/ 0 h 1392518"/>
                <a:gd name="connsiteX1" fmla="*/ 644376 w 644376"/>
                <a:gd name="connsiteY1" fmla="*/ 0 h 1392518"/>
                <a:gd name="connsiteX2" fmla="*/ 644376 w 644376"/>
                <a:gd name="connsiteY2" fmla="*/ 1392518 h 1392518"/>
                <a:gd name="connsiteX3" fmla="*/ 0 w 644376"/>
                <a:gd name="connsiteY3" fmla="*/ 1392518 h 1392518"/>
                <a:gd name="connsiteX4" fmla="*/ 0 w 644376"/>
                <a:gd name="connsiteY4" fmla="*/ 0 h 1392518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1392518 h 3460377"/>
                <a:gd name="connsiteX4" fmla="*/ 0 w 1176282"/>
                <a:gd name="connsiteY4" fmla="*/ 0 h 3460377"/>
                <a:gd name="connsiteX0" fmla="*/ 0 w 1176282"/>
                <a:gd name="connsiteY0" fmla="*/ 0 h 3460377"/>
                <a:gd name="connsiteX1" fmla="*/ 644376 w 1176282"/>
                <a:gd name="connsiteY1" fmla="*/ 0 h 3460377"/>
                <a:gd name="connsiteX2" fmla="*/ 1176282 w 1176282"/>
                <a:gd name="connsiteY2" fmla="*/ 3460377 h 3460377"/>
                <a:gd name="connsiteX3" fmla="*/ 0 w 1176282"/>
                <a:gd name="connsiteY3" fmla="*/ 0 h 346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6282" h="3460377">
                  <a:moveTo>
                    <a:pt x="0" y="0"/>
                  </a:moveTo>
                  <a:lnTo>
                    <a:pt x="644376" y="0"/>
                  </a:lnTo>
                  <a:lnTo>
                    <a:pt x="1176282" y="3460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5" name="Rectangle 259">
              <a:extLst>
                <a:ext uri="{FF2B5EF4-FFF2-40B4-BE49-F238E27FC236}">
                  <a16:creationId xmlns:a16="http://schemas.microsoft.com/office/drawing/2014/main" id="{55A4D127-B57F-7E40-EE1F-DFC12FC49113}"/>
                </a:ext>
              </a:extLst>
            </p:cNvPr>
            <p:cNvSpPr/>
            <p:nvPr userDrawn="1"/>
          </p:nvSpPr>
          <p:spPr>
            <a:xfrm>
              <a:off x="8331201" y="3535753"/>
              <a:ext cx="3762468" cy="3331212"/>
            </a:xfrm>
            <a:custGeom>
              <a:avLst/>
              <a:gdLst>
                <a:gd name="connsiteX0" fmla="*/ 0 w 792163"/>
                <a:gd name="connsiteY0" fmla="*/ 0 h 786864"/>
                <a:gd name="connsiteX1" fmla="*/ 792163 w 792163"/>
                <a:gd name="connsiteY1" fmla="*/ 0 h 786864"/>
                <a:gd name="connsiteX2" fmla="*/ 792163 w 792163"/>
                <a:gd name="connsiteY2" fmla="*/ 786864 h 786864"/>
                <a:gd name="connsiteX3" fmla="*/ 0 w 792163"/>
                <a:gd name="connsiteY3" fmla="*/ 786864 h 786864"/>
                <a:gd name="connsiteX4" fmla="*/ 0 w 792163"/>
                <a:gd name="connsiteY4" fmla="*/ 0 h 786864"/>
                <a:gd name="connsiteX0" fmla="*/ 0 w 3762468"/>
                <a:gd name="connsiteY0" fmla="*/ 0 h 3326864"/>
                <a:gd name="connsiteX1" fmla="*/ 3762468 w 3762468"/>
                <a:gd name="connsiteY1" fmla="*/ 2540000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  <a:gd name="connsiteX0" fmla="*/ 0 w 3762468"/>
                <a:gd name="connsiteY0" fmla="*/ 0 h 3326864"/>
                <a:gd name="connsiteX1" fmla="*/ 3744539 w 3762468"/>
                <a:gd name="connsiteY1" fmla="*/ 3036047 h 3326864"/>
                <a:gd name="connsiteX2" fmla="*/ 3762468 w 3762468"/>
                <a:gd name="connsiteY2" fmla="*/ 3326864 h 3326864"/>
                <a:gd name="connsiteX3" fmla="*/ 2970305 w 3762468"/>
                <a:gd name="connsiteY3" fmla="*/ 3326864 h 3326864"/>
                <a:gd name="connsiteX4" fmla="*/ 0 w 3762468"/>
                <a:gd name="connsiteY4" fmla="*/ 0 h 332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468" h="3326864">
                  <a:moveTo>
                    <a:pt x="0" y="0"/>
                  </a:moveTo>
                  <a:lnTo>
                    <a:pt x="3744539" y="3036047"/>
                  </a:lnTo>
                  <a:lnTo>
                    <a:pt x="3762468" y="3326864"/>
                  </a:lnTo>
                  <a:lnTo>
                    <a:pt x="2970305" y="3326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FA44955-B0B9-6561-885D-7FAC1CB018FE}"/>
                </a:ext>
              </a:extLst>
            </p:cNvPr>
            <p:cNvSpPr/>
            <p:nvPr userDrawn="1"/>
          </p:nvSpPr>
          <p:spPr>
            <a:xfrm>
              <a:off x="8189844" y="3527033"/>
              <a:ext cx="747423" cy="3339931"/>
            </a:xfrm>
            <a:custGeom>
              <a:avLst/>
              <a:gdLst>
                <a:gd name="connsiteX0" fmla="*/ 115294 w 747423"/>
                <a:gd name="connsiteY0" fmla="*/ 0 h 3319669"/>
                <a:gd name="connsiteX1" fmla="*/ 0 w 747423"/>
                <a:gd name="connsiteY1" fmla="*/ 3319669 h 3319669"/>
                <a:gd name="connsiteX2" fmla="*/ 747423 w 747423"/>
                <a:gd name="connsiteY2" fmla="*/ 3319669 h 3319669"/>
                <a:gd name="connsiteX3" fmla="*/ 115294 w 747423"/>
                <a:gd name="connsiteY3" fmla="*/ 0 h 331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7423" h="3319669">
                  <a:moveTo>
                    <a:pt x="115294" y="0"/>
                  </a:moveTo>
                  <a:lnTo>
                    <a:pt x="0" y="3319669"/>
                  </a:lnTo>
                  <a:lnTo>
                    <a:pt x="747423" y="3319669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F9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7" name="Isosceles Triangle 724">
              <a:extLst>
                <a:ext uri="{FF2B5EF4-FFF2-40B4-BE49-F238E27FC236}">
                  <a16:creationId xmlns:a16="http://schemas.microsoft.com/office/drawing/2014/main" id="{72F55682-DBB6-D123-D1F7-14B8CF7BEE83}"/>
                </a:ext>
              </a:extLst>
            </p:cNvPr>
            <p:cNvSpPr/>
            <p:nvPr userDrawn="1"/>
          </p:nvSpPr>
          <p:spPr>
            <a:xfrm>
              <a:off x="8300084" y="3532015"/>
              <a:ext cx="126740" cy="3334947"/>
            </a:xfrm>
            <a:custGeom>
              <a:avLst/>
              <a:gdLst>
                <a:gd name="connsiteX0" fmla="*/ 0 w 126740"/>
                <a:gd name="connsiteY0" fmla="*/ 3361690 h 3361690"/>
                <a:gd name="connsiteX1" fmla="*/ 63370 w 126740"/>
                <a:gd name="connsiteY1" fmla="*/ 0 h 3361690"/>
                <a:gd name="connsiteX2" fmla="*/ 126740 w 126740"/>
                <a:gd name="connsiteY2" fmla="*/ 3361690 h 3361690"/>
                <a:gd name="connsiteX3" fmla="*/ 0 w 126740"/>
                <a:gd name="connsiteY3" fmla="*/ 3361690 h 3361690"/>
                <a:gd name="connsiteX0" fmla="*/ 0 w 126740"/>
                <a:gd name="connsiteY0" fmla="*/ 3325831 h 3325831"/>
                <a:gd name="connsiteX1" fmla="*/ 27511 w 126740"/>
                <a:gd name="connsiteY1" fmla="*/ 0 h 3325831"/>
                <a:gd name="connsiteX2" fmla="*/ 126740 w 126740"/>
                <a:gd name="connsiteY2" fmla="*/ 3325831 h 3325831"/>
                <a:gd name="connsiteX3" fmla="*/ 0 w 126740"/>
                <a:gd name="connsiteY3" fmla="*/ 3325831 h 3325831"/>
                <a:gd name="connsiteX0" fmla="*/ 0 w 126740"/>
                <a:gd name="connsiteY0" fmla="*/ 3330594 h 3330594"/>
                <a:gd name="connsiteX1" fmla="*/ 1318 w 126740"/>
                <a:gd name="connsiteY1" fmla="*/ 0 h 3330594"/>
                <a:gd name="connsiteX2" fmla="*/ 126740 w 126740"/>
                <a:gd name="connsiteY2" fmla="*/ 3330594 h 3330594"/>
                <a:gd name="connsiteX3" fmla="*/ 0 w 126740"/>
                <a:gd name="connsiteY3" fmla="*/ 3330594 h 33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0" h="3330594">
                  <a:moveTo>
                    <a:pt x="0" y="3330594"/>
                  </a:moveTo>
                  <a:cubicBezTo>
                    <a:pt x="439" y="2220396"/>
                    <a:pt x="879" y="1110198"/>
                    <a:pt x="1318" y="0"/>
                  </a:cubicBezTo>
                  <a:lnTo>
                    <a:pt x="126740" y="3330594"/>
                  </a:lnTo>
                  <a:lnTo>
                    <a:pt x="0" y="3330594"/>
                  </a:lnTo>
                  <a:close/>
                </a:path>
              </a:pathLst>
            </a:custGeom>
            <a:solidFill>
              <a:srgbClr val="F8A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548" name="Isosceles Triangle 721">
              <a:extLst>
                <a:ext uri="{FF2B5EF4-FFF2-40B4-BE49-F238E27FC236}">
                  <a16:creationId xmlns:a16="http://schemas.microsoft.com/office/drawing/2014/main" id="{5AF07073-E310-EB88-3C43-97465922C8EA}"/>
                </a:ext>
              </a:extLst>
            </p:cNvPr>
            <p:cNvSpPr/>
            <p:nvPr userDrawn="1"/>
          </p:nvSpPr>
          <p:spPr>
            <a:xfrm rot="10800000">
              <a:off x="8326958" y="2"/>
              <a:ext cx="1112912" cy="3452931"/>
            </a:xfrm>
            <a:custGeom>
              <a:avLst/>
              <a:gdLst>
                <a:gd name="connsiteX0" fmla="*/ 0 w 659990"/>
                <a:gd name="connsiteY0" fmla="*/ 2946400 h 2946400"/>
                <a:gd name="connsiteX1" fmla="*/ 329995 w 659990"/>
                <a:gd name="connsiteY1" fmla="*/ 0 h 2946400"/>
                <a:gd name="connsiteX2" fmla="*/ 659990 w 659990"/>
                <a:gd name="connsiteY2" fmla="*/ 2946400 h 2946400"/>
                <a:gd name="connsiteX3" fmla="*/ 0 w 659990"/>
                <a:gd name="connsiteY3" fmla="*/ 2946400 h 2946400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659990 w 682606"/>
                <a:gd name="connsiteY2" fmla="*/ 3442447 h 3442447"/>
                <a:gd name="connsiteX3" fmla="*/ 0 w 682606"/>
                <a:gd name="connsiteY3" fmla="*/ 3442447 h 3442447"/>
                <a:gd name="connsiteX0" fmla="*/ 0 w 682606"/>
                <a:gd name="connsiteY0" fmla="*/ 3442447 h 3442447"/>
                <a:gd name="connsiteX1" fmla="*/ 682606 w 682606"/>
                <a:gd name="connsiteY1" fmla="*/ 0 h 3442447"/>
                <a:gd name="connsiteX2" fmla="*/ 361166 w 682606"/>
                <a:gd name="connsiteY2" fmla="*/ 3442447 h 3442447"/>
                <a:gd name="connsiteX3" fmla="*/ 0 w 682606"/>
                <a:gd name="connsiteY3" fmla="*/ 3442447 h 3442447"/>
                <a:gd name="connsiteX0" fmla="*/ 0 w 1112912"/>
                <a:gd name="connsiteY0" fmla="*/ 3448424 h 3448424"/>
                <a:gd name="connsiteX1" fmla="*/ 1112912 w 1112912"/>
                <a:gd name="connsiteY1" fmla="*/ 0 h 3448424"/>
                <a:gd name="connsiteX2" fmla="*/ 361166 w 1112912"/>
                <a:gd name="connsiteY2" fmla="*/ 3448424 h 3448424"/>
                <a:gd name="connsiteX3" fmla="*/ 0 w 1112912"/>
                <a:gd name="connsiteY3" fmla="*/ 3448424 h 344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2912" h="3448424">
                  <a:moveTo>
                    <a:pt x="0" y="3448424"/>
                  </a:moveTo>
                  <a:lnTo>
                    <a:pt x="1112912" y="0"/>
                  </a:lnTo>
                  <a:lnTo>
                    <a:pt x="361166" y="3448424"/>
                  </a:lnTo>
                  <a:lnTo>
                    <a:pt x="0" y="3448424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09F4899F-5F33-7774-3B76-4F39365788C0}"/>
                </a:ext>
              </a:extLst>
            </p:cNvPr>
            <p:cNvGrpSpPr/>
            <p:nvPr userDrawn="1"/>
          </p:nvGrpSpPr>
          <p:grpSpPr>
            <a:xfrm>
              <a:off x="6473825" y="1"/>
              <a:ext cx="5818893" cy="6866963"/>
              <a:chOff x="6473825" y="0"/>
              <a:chExt cx="5818893" cy="6858000"/>
            </a:xfrm>
          </p:grpSpPr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0EE07984-9ADC-71CB-D91E-B039EF784B0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1438592" cy="3361690"/>
              </a:xfrm>
              <a:custGeom>
                <a:avLst/>
                <a:gdLst>
                  <a:gd name="connsiteX0" fmla="*/ 1438593 w 1438592"/>
                  <a:gd name="connsiteY0" fmla="*/ 3361690 h 3361690"/>
                  <a:gd name="connsiteX1" fmla="*/ 0 w 1438592"/>
                  <a:gd name="connsiteY1" fmla="*/ 0 h 3361690"/>
                  <a:gd name="connsiteX2" fmla="*/ 530543 w 1438592"/>
                  <a:gd name="connsiteY2" fmla="*/ 3361690 h 3361690"/>
                  <a:gd name="connsiteX3" fmla="*/ 1438593 w 143859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8592" h="3361690">
                    <a:moveTo>
                      <a:pt x="1438593" y="3361690"/>
                    </a:moveTo>
                    <a:lnTo>
                      <a:pt x="0" y="0"/>
                    </a:lnTo>
                    <a:lnTo>
                      <a:pt x="530543" y="3361690"/>
                    </a:lnTo>
                    <a:lnTo>
                      <a:pt x="1438593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62F70EBA-43A4-43E0-B698-C8CD3A6B6E7C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147570" cy="3361690"/>
              </a:xfrm>
              <a:custGeom>
                <a:avLst/>
                <a:gdLst>
                  <a:gd name="connsiteX0" fmla="*/ 2147571 w 2147570"/>
                  <a:gd name="connsiteY0" fmla="*/ 3361690 h 3361690"/>
                  <a:gd name="connsiteX1" fmla="*/ 0 w 2147570"/>
                  <a:gd name="connsiteY1" fmla="*/ 0 h 3361690"/>
                  <a:gd name="connsiteX2" fmla="*/ 1438593 w 2147570"/>
                  <a:gd name="connsiteY2" fmla="*/ 3361690 h 3361690"/>
                  <a:gd name="connsiteX3" fmla="*/ 2147571 w 2147570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7570" h="3361690">
                    <a:moveTo>
                      <a:pt x="2147571" y="3361690"/>
                    </a:moveTo>
                    <a:lnTo>
                      <a:pt x="0" y="0"/>
                    </a:lnTo>
                    <a:lnTo>
                      <a:pt x="1438593" y="3361690"/>
                    </a:lnTo>
                    <a:lnTo>
                      <a:pt x="2147571" y="3361690"/>
                    </a:lnTo>
                    <a:close/>
                  </a:path>
                </a:pathLst>
              </a:custGeom>
              <a:solidFill>
                <a:srgbClr val="FFDD1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12BBE7EB-1A2D-94D4-69C9-2959A1FA99F2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530542" cy="3361690"/>
              </a:xfrm>
              <a:custGeom>
                <a:avLst/>
                <a:gdLst>
                  <a:gd name="connsiteX0" fmla="*/ 530543 w 530542"/>
                  <a:gd name="connsiteY0" fmla="*/ 3361690 h 3361690"/>
                  <a:gd name="connsiteX1" fmla="*/ 0 w 530542"/>
                  <a:gd name="connsiteY1" fmla="*/ 0 h 3361690"/>
                  <a:gd name="connsiteX2" fmla="*/ 240983 w 530542"/>
                  <a:gd name="connsiteY2" fmla="*/ 3361690 h 3361690"/>
                  <a:gd name="connsiteX3" fmla="*/ 530543 w 53054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542" h="3361690">
                    <a:moveTo>
                      <a:pt x="530543" y="3361690"/>
                    </a:moveTo>
                    <a:lnTo>
                      <a:pt x="0" y="0"/>
                    </a:lnTo>
                    <a:lnTo>
                      <a:pt x="240983" y="3361690"/>
                    </a:lnTo>
                    <a:lnTo>
                      <a:pt x="530543" y="3361690"/>
                    </a:lnTo>
                    <a:close/>
                  </a:path>
                </a:pathLst>
              </a:custGeom>
              <a:solidFill>
                <a:srgbClr val="FFB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289BA457-E500-D870-9DD0-DC56A9775A15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240982" cy="3361690"/>
              </a:xfrm>
              <a:custGeom>
                <a:avLst/>
                <a:gdLst>
                  <a:gd name="connsiteX0" fmla="*/ 240983 w 240982"/>
                  <a:gd name="connsiteY0" fmla="*/ 3361690 h 3361690"/>
                  <a:gd name="connsiteX1" fmla="*/ 0 w 240982"/>
                  <a:gd name="connsiteY1" fmla="*/ 0 h 3361690"/>
                  <a:gd name="connsiteX2" fmla="*/ 58420 w 240982"/>
                  <a:gd name="connsiteY2" fmla="*/ 3361690 h 3361690"/>
                  <a:gd name="connsiteX3" fmla="*/ 240983 w 24098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982" h="3361690">
                    <a:moveTo>
                      <a:pt x="240983" y="3361690"/>
                    </a:moveTo>
                    <a:lnTo>
                      <a:pt x="0" y="0"/>
                    </a:lnTo>
                    <a:lnTo>
                      <a:pt x="58420" y="3361690"/>
                    </a:lnTo>
                    <a:lnTo>
                      <a:pt x="240983" y="3361690"/>
                    </a:lnTo>
                    <a:close/>
                  </a:path>
                </a:pathLst>
              </a:custGeom>
              <a:solidFill>
                <a:srgbClr val="FF91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FF0E3EE-7DBC-057D-8F9B-2F9805BE146C}"/>
                  </a:ext>
                </a:extLst>
              </p:cNvPr>
              <p:cNvSpPr/>
              <p:nvPr/>
            </p:nvSpPr>
            <p:spPr>
              <a:xfrm>
                <a:off x="7504747" y="3496309"/>
                <a:ext cx="853757" cy="3361690"/>
              </a:xfrm>
              <a:custGeom>
                <a:avLst/>
                <a:gdLst>
                  <a:gd name="connsiteX0" fmla="*/ 853758 w 853757"/>
                  <a:gd name="connsiteY0" fmla="*/ 3361690 h 3361690"/>
                  <a:gd name="connsiteX1" fmla="*/ 795338 w 853757"/>
                  <a:gd name="connsiteY1" fmla="*/ 0 h 3361690"/>
                  <a:gd name="connsiteX2" fmla="*/ 0 w 853757"/>
                  <a:gd name="connsiteY2" fmla="*/ 3361690 h 3361690"/>
                  <a:gd name="connsiteX3" fmla="*/ 853758 w 853757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757" h="3361690">
                    <a:moveTo>
                      <a:pt x="853758" y="3361690"/>
                    </a:moveTo>
                    <a:lnTo>
                      <a:pt x="795338" y="0"/>
                    </a:lnTo>
                    <a:lnTo>
                      <a:pt x="0" y="3361690"/>
                    </a:lnTo>
                    <a:lnTo>
                      <a:pt x="853758" y="3361690"/>
                    </a:lnTo>
                    <a:close/>
                  </a:path>
                </a:pathLst>
              </a:custGeom>
              <a:gradFill>
                <a:gsLst>
                  <a:gs pos="0">
                    <a:srgbClr val="FF7400">
                      <a:alpha val="89804"/>
                    </a:srgbClr>
                  </a:gs>
                  <a:gs pos="20000">
                    <a:srgbClr val="FD7F04">
                      <a:alpha val="89804"/>
                    </a:srgbClr>
                  </a:gs>
                  <a:gs pos="70000">
                    <a:srgbClr val="F99E0F"/>
                  </a:gs>
                  <a:gs pos="100000">
                    <a:srgbClr val="F7B518"/>
                  </a:gs>
                </a:gsLst>
                <a:lin ang="0" scaled="1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C0D4900B-AB30-6342-0B9F-803B896C8A3B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891915" cy="3361690"/>
              </a:xfrm>
              <a:custGeom>
                <a:avLst/>
                <a:gdLst>
                  <a:gd name="connsiteX0" fmla="*/ 3891915 w 3891915"/>
                  <a:gd name="connsiteY0" fmla="*/ 3361690 h 3361690"/>
                  <a:gd name="connsiteX1" fmla="*/ 3306763 w 3891915"/>
                  <a:gd name="connsiteY1" fmla="*/ 3361690 h 3361690"/>
                  <a:gd name="connsiteX2" fmla="*/ 0 w 3891915"/>
                  <a:gd name="connsiteY2" fmla="*/ 0 h 3361690"/>
                  <a:gd name="connsiteX3" fmla="*/ 3891915 w 3891915"/>
                  <a:gd name="connsiteY3" fmla="*/ 2713990 h 3361690"/>
                  <a:gd name="connsiteX4" fmla="*/ 3891915 w 3891915"/>
                  <a:gd name="connsiteY4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15" h="3361690">
                    <a:moveTo>
                      <a:pt x="3891915" y="3361690"/>
                    </a:moveTo>
                    <a:lnTo>
                      <a:pt x="3306763" y="3361690"/>
                    </a:lnTo>
                    <a:lnTo>
                      <a:pt x="0" y="0"/>
                    </a:lnTo>
                    <a:lnTo>
                      <a:pt x="3891915" y="2713990"/>
                    </a:lnTo>
                    <a:lnTo>
                      <a:pt x="3891915" y="3361690"/>
                    </a:lnTo>
                    <a:close/>
                  </a:path>
                </a:pathLst>
              </a:custGeom>
              <a:solidFill>
                <a:srgbClr val="FF9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73A586D3-FF0C-2472-C777-A07221EFCE10}"/>
                  </a:ext>
                </a:extLst>
              </p:cNvPr>
              <p:cNvSpPr/>
              <p:nvPr/>
            </p:nvSpPr>
            <p:spPr>
              <a:xfrm>
                <a:off x="8300084" y="3496309"/>
                <a:ext cx="3306762" cy="3361690"/>
              </a:xfrm>
              <a:custGeom>
                <a:avLst/>
                <a:gdLst>
                  <a:gd name="connsiteX0" fmla="*/ 3306763 w 3306762"/>
                  <a:gd name="connsiteY0" fmla="*/ 3361690 h 3361690"/>
                  <a:gd name="connsiteX1" fmla="*/ 3012440 w 3306762"/>
                  <a:gd name="connsiteY1" fmla="*/ 3361690 h 3361690"/>
                  <a:gd name="connsiteX2" fmla="*/ 0 w 3306762"/>
                  <a:gd name="connsiteY2" fmla="*/ 0 h 3361690"/>
                  <a:gd name="connsiteX3" fmla="*/ 3306763 w 3306762"/>
                  <a:gd name="connsiteY3" fmla="*/ 3361690 h 336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06762" h="3361690">
                    <a:moveTo>
                      <a:pt x="3306763" y="3361690"/>
                    </a:moveTo>
                    <a:lnTo>
                      <a:pt x="3012440" y="3361690"/>
                    </a:lnTo>
                    <a:lnTo>
                      <a:pt x="0" y="0"/>
                    </a:lnTo>
                    <a:lnTo>
                      <a:pt x="3306763" y="3361690"/>
                    </a:lnTo>
                    <a:close/>
                  </a:path>
                </a:pathLst>
              </a:custGeom>
              <a:solidFill>
                <a:srgbClr val="FF8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6773414-47F2-DABD-61D5-E6ED06DD05D9}"/>
                  </a:ext>
                </a:extLst>
              </p:cNvPr>
              <p:cNvSpPr/>
              <p:nvPr/>
            </p:nvSpPr>
            <p:spPr>
              <a:xfrm>
                <a:off x="7310119" y="0"/>
                <a:ext cx="989965" cy="3496309"/>
              </a:xfrm>
              <a:custGeom>
                <a:avLst/>
                <a:gdLst>
                  <a:gd name="connsiteX0" fmla="*/ 0 w 989965"/>
                  <a:gd name="connsiteY0" fmla="*/ 0 h 3496309"/>
                  <a:gd name="connsiteX1" fmla="*/ 989965 w 989965"/>
                  <a:gd name="connsiteY1" fmla="*/ 3496310 h 3496309"/>
                  <a:gd name="connsiteX2" fmla="*/ 464186 w 989965"/>
                  <a:gd name="connsiteY2" fmla="*/ 0 h 3496309"/>
                  <a:gd name="connsiteX3" fmla="*/ 0 w 98996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9965" h="3496309">
                    <a:moveTo>
                      <a:pt x="0" y="0"/>
                    </a:moveTo>
                    <a:lnTo>
                      <a:pt x="989965" y="3496310"/>
                    </a:lnTo>
                    <a:lnTo>
                      <a:pt x="46418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CA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58" name="Graphic 613">
                <a:extLst>
                  <a:ext uri="{FF2B5EF4-FFF2-40B4-BE49-F238E27FC236}">
                    <a16:creationId xmlns:a16="http://schemas.microsoft.com/office/drawing/2014/main" id="{376AE789-A4A9-C82A-FF1B-28206395134E}"/>
                  </a:ext>
                </a:extLst>
              </p:cNvPr>
              <p:cNvGrpSpPr/>
              <p:nvPr/>
            </p:nvGrpSpPr>
            <p:grpSpPr>
              <a:xfrm>
                <a:off x="6473825" y="0"/>
                <a:ext cx="1826259" cy="3496309"/>
                <a:chOff x="6473825" y="0"/>
                <a:chExt cx="1826259" cy="3496309"/>
              </a:xfrm>
            </p:grpSpPr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EEBD9E5A-599F-B6EC-311B-4DEA4B23AE73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9DF72B13-3207-BE92-6FD0-D41D43CE8F2E}"/>
                    </a:ext>
                  </a:extLst>
                </p:cNvPr>
                <p:cNvSpPr/>
                <p:nvPr/>
              </p:nvSpPr>
              <p:spPr>
                <a:xfrm>
                  <a:off x="6473825" y="0"/>
                  <a:ext cx="1826259" cy="3496309"/>
                </a:xfrm>
                <a:custGeom>
                  <a:avLst/>
                  <a:gdLst>
                    <a:gd name="connsiteX0" fmla="*/ 0 w 1826259"/>
                    <a:gd name="connsiteY0" fmla="*/ 0 h 3496309"/>
                    <a:gd name="connsiteX1" fmla="*/ 1826260 w 1826259"/>
                    <a:gd name="connsiteY1" fmla="*/ 3496310 h 3496309"/>
                    <a:gd name="connsiteX2" fmla="*/ 180340 w 1826259"/>
                    <a:gd name="connsiteY2" fmla="*/ 0 h 3496309"/>
                    <a:gd name="connsiteX3" fmla="*/ 0 w 182625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6259" h="3496309">
                      <a:moveTo>
                        <a:pt x="0" y="0"/>
                      </a:moveTo>
                      <a:lnTo>
                        <a:pt x="1826260" y="3496310"/>
                      </a:lnTo>
                      <a:lnTo>
                        <a:pt x="1803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B221">
                    <a:alpha val="60000"/>
                  </a:srgbClr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613">
                <a:extLst>
                  <a:ext uri="{FF2B5EF4-FFF2-40B4-BE49-F238E27FC236}">
                    <a16:creationId xmlns:a16="http://schemas.microsoft.com/office/drawing/2014/main" id="{AEE842FF-5A1B-65D2-6276-E4D41C58D86B}"/>
                  </a:ext>
                </a:extLst>
              </p:cNvPr>
              <p:cNvGrpSpPr/>
              <p:nvPr/>
            </p:nvGrpSpPr>
            <p:grpSpPr>
              <a:xfrm>
                <a:off x="6654165" y="0"/>
                <a:ext cx="1645919" cy="3496309"/>
                <a:chOff x="6654165" y="0"/>
                <a:chExt cx="1645919" cy="3496309"/>
              </a:xfrm>
            </p:grpSpPr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13CE096A-0EA6-6C28-8D39-B6A423BFA9D7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solidFill>
                  <a:srgbClr val="80D226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4BC33E0A-1A5C-540C-15B9-9808AA0C6F4D}"/>
                    </a:ext>
                  </a:extLst>
                </p:cNvPr>
                <p:cNvSpPr/>
                <p:nvPr/>
              </p:nvSpPr>
              <p:spPr>
                <a:xfrm>
                  <a:off x="6654165" y="0"/>
                  <a:ext cx="1645919" cy="3496309"/>
                </a:xfrm>
                <a:custGeom>
                  <a:avLst/>
                  <a:gdLst>
                    <a:gd name="connsiteX0" fmla="*/ 655955 w 1645919"/>
                    <a:gd name="connsiteY0" fmla="*/ 0 h 3496309"/>
                    <a:gd name="connsiteX1" fmla="*/ 1645920 w 1645919"/>
                    <a:gd name="connsiteY1" fmla="*/ 3496310 h 3496309"/>
                    <a:gd name="connsiteX2" fmla="*/ 0 w 1645919"/>
                    <a:gd name="connsiteY2" fmla="*/ 0 h 3496309"/>
                    <a:gd name="connsiteX3" fmla="*/ 655955 w 1645919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45919" h="3496309">
                      <a:moveTo>
                        <a:pt x="655955" y="0"/>
                      </a:moveTo>
                      <a:lnTo>
                        <a:pt x="1645920" y="3496310"/>
                      </a:lnTo>
                      <a:lnTo>
                        <a:pt x="0" y="0"/>
                      </a:lnTo>
                      <a:lnTo>
                        <a:pt x="655955" y="0"/>
                      </a:lnTo>
                      <a:close/>
                    </a:path>
                  </a:pathLst>
                </a:custGeom>
                <a:gradFill>
                  <a:gsLst>
                    <a:gs pos="10000">
                      <a:srgbClr val="C6EB00"/>
                    </a:gs>
                    <a:gs pos="41000">
                      <a:srgbClr val="C6EB00"/>
                    </a:gs>
                    <a:gs pos="67000">
                      <a:srgbClr val="00A700">
                        <a:alpha val="49804"/>
                      </a:srgbClr>
                    </a:gs>
                    <a:gs pos="83000">
                      <a:schemeClr val="accent6"/>
                    </a:gs>
                  </a:gsLst>
                  <a:lin ang="204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613">
                <a:extLst>
                  <a:ext uri="{FF2B5EF4-FFF2-40B4-BE49-F238E27FC236}">
                    <a16:creationId xmlns:a16="http://schemas.microsoft.com/office/drawing/2014/main" id="{F188C402-C54C-A8C2-D898-0B11DBA3C367}"/>
                  </a:ext>
                </a:extLst>
              </p:cNvPr>
              <p:cNvGrpSpPr/>
              <p:nvPr/>
            </p:nvGrpSpPr>
            <p:grpSpPr>
              <a:xfrm>
                <a:off x="7774305" y="0"/>
                <a:ext cx="960437" cy="3496309"/>
                <a:chOff x="7774305" y="0"/>
                <a:chExt cx="960437" cy="3496309"/>
              </a:xfrm>
            </p:grpSpPr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2737D7C4-310C-16B8-DD2D-18B6A9958E83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solidFill>
                  <a:srgbClr val="69CA0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43D83EF8-E53E-A4FE-1E44-486DFD3CDAFD}"/>
                    </a:ext>
                  </a:extLst>
                </p:cNvPr>
                <p:cNvSpPr/>
                <p:nvPr/>
              </p:nvSpPr>
              <p:spPr>
                <a:xfrm>
                  <a:off x="7774305" y="0"/>
                  <a:ext cx="960437" cy="3496309"/>
                </a:xfrm>
                <a:custGeom>
                  <a:avLst/>
                  <a:gdLst>
                    <a:gd name="connsiteX0" fmla="*/ 960438 w 960437"/>
                    <a:gd name="connsiteY0" fmla="*/ 0 h 3496309"/>
                    <a:gd name="connsiteX1" fmla="*/ 525780 w 960437"/>
                    <a:gd name="connsiteY1" fmla="*/ 3496310 h 3496309"/>
                    <a:gd name="connsiteX2" fmla="*/ 0 w 960437"/>
                    <a:gd name="connsiteY2" fmla="*/ 0 h 3496309"/>
                    <a:gd name="connsiteX3" fmla="*/ 960438 w 960437"/>
                    <a:gd name="connsiteY3" fmla="*/ 0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437" h="3496309">
                      <a:moveTo>
                        <a:pt x="960438" y="0"/>
                      </a:moveTo>
                      <a:lnTo>
                        <a:pt x="525780" y="3496310"/>
                      </a:lnTo>
                      <a:lnTo>
                        <a:pt x="0" y="0"/>
                      </a:lnTo>
                      <a:lnTo>
                        <a:pt x="960438" y="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rgbClr val="C6EB00">
                        <a:alpha val="89804"/>
                      </a:srgbClr>
                    </a:gs>
                    <a:gs pos="35000">
                      <a:srgbClr val="C6EB00">
                        <a:alpha val="69804"/>
                      </a:srgbClr>
                    </a:gs>
                    <a:gs pos="60000">
                      <a:srgbClr val="C6EB00">
                        <a:alpha val="29804"/>
                      </a:srgbClr>
                    </a:gs>
                    <a:gs pos="90000">
                      <a:srgbClr val="C6EB00">
                        <a:alpha val="0"/>
                      </a:srgbClr>
                    </a:gs>
                  </a:gsLst>
                  <a:lin ang="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7B5068F8-DEDD-1F3E-6761-C7A2D37011DC}"/>
                  </a:ext>
                </a:extLst>
              </p:cNvPr>
              <p:cNvSpPr/>
              <p:nvPr/>
            </p:nvSpPr>
            <p:spPr>
              <a:xfrm>
                <a:off x="8300084" y="0"/>
                <a:ext cx="2220595" cy="3496309"/>
              </a:xfrm>
              <a:custGeom>
                <a:avLst/>
                <a:gdLst>
                  <a:gd name="connsiteX0" fmla="*/ 2220596 w 2220595"/>
                  <a:gd name="connsiteY0" fmla="*/ 0 h 3496309"/>
                  <a:gd name="connsiteX1" fmla="*/ 0 w 2220595"/>
                  <a:gd name="connsiteY1" fmla="*/ 3496310 h 3496309"/>
                  <a:gd name="connsiteX2" fmla="*/ 1883093 w 2220595"/>
                  <a:gd name="connsiteY2" fmla="*/ 0 h 3496309"/>
                  <a:gd name="connsiteX3" fmla="*/ 2220596 w 222059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0595" h="3496309">
                    <a:moveTo>
                      <a:pt x="2220596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2220596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D61AA6BA-4AF6-1388-6BDD-24007C34E660}"/>
                  </a:ext>
                </a:extLst>
              </p:cNvPr>
              <p:cNvSpPr/>
              <p:nvPr/>
            </p:nvSpPr>
            <p:spPr>
              <a:xfrm>
                <a:off x="8300084" y="0"/>
                <a:ext cx="1398587" cy="3496309"/>
              </a:xfrm>
              <a:custGeom>
                <a:avLst/>
                <a:gdLst>
                  <a:gd name="connsiteX0" fmla="*/ 1046163 w 1398587"/>
                  <a:gd name="connsiteY0" fmla="*/ 0 h 3496309"/>
                  <a:gd name="connsiteX1" fmla="*/ 0 w 1398587"/>
                  <a:gd name="connsiteY1" fmla="*/ 3496310 h 3496309"/>
                  <a:gd name="connsiteX2" fmla="*/ 1398588 w 1398587"/>
                  <a:gd name="connsiteY2" fmla="*/ 0 h 3496309"/>
                  <a:gd name="connsiteX3" fmla="*/ 1046163 w 1398587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8587" h="3496309">
                    <a:moveTo>
                      <a:pt x="1046163" y="0"/>
                    </a:moveTo>
                    <a:lnTo>
                      <a:pt x="0" y="3496310"/>
                    </a:lnTo>
                    <a:lnTo>
                      <a:pt x="1398588" y="0"/>
                    </a:lnTo>
                    <a:lnTo>
                      <a:pt x="1046163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6CBF267-D079-8CF7-381F-5B2DF7E426B2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33867109-A07A-77BE-8263-A9EDCC2AC995}"/>
                  </a:ext>
                </a:extLst>
              </p:cNvPr>
              <p:cNvSpPr/>
              <p:nvPr/>
            </p:nvSpPr>
            <p:spPr>
              <a:xfrm>
                <a:off x="8300084" y="0"/>
                <a:ext cx="1046162" cy="3496309"/>
              </a:xfrm>
              <a:custGeom>
                <a:avLst/>
                <a:gdLst>
                  <a:gd name="connsiteX0" fmla="*/ 434658 w 1046162"/>
                  <a:gd name="connsiteY0" fmla="*/ 0 h 3496309"/>
                  <a:gd name="connsiteX1" fmla="*/ 0 w 1046162"/>
                  <a:gd name="connsiteY1" fmla="*/ 3496310 h 3496309"/>
                  <a:gd name="connsiteX2" fmla="*/ 1046163 w 1046162"/>
                  <a:gd name="connsiteY2" fmla="*/ 0 h 3496309"/>
                  <a:gd name="connsiteX3" fmla="*/ 434658 w 104616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6162" h="3496309">
                    <a:moveTo>
                      <a:pt x="434658" y="0"/>
                    </a:moveTo>
                    <a:lnTo>
                      <a:pt x="0" y="3496310"/>
                    </a:lnTo>
                    <a:lnTo>
                      <a:pt x="1046163" y="0"/>
                    </a:lnTo>
                    <a:lnTo>
                      <a:pt x="434658" y="0"/>
                    </a:lnTo>
                    <a:close/>
                  </a:path>
                </a:pathLst>
              </a:custGeom>
              <a:gradFill>
                <a:gsLst>
                  <a:gs pos="36000">
                    <a:srgbClr val="C6EB00"/>
                  </a:gs>
                  <a:gs pos="43000">
                    <a:srgbClr val="9EE545">
                      <a:alpha val="69804"/>
                    </a:srgbClr>
                  </a:gs>
                  <a:gs pos="100000">
                    <a:schemeClr val="accent1"/>
                  </a:gs>
                  <a:gs pos="53000">
                    <a:srgbClr val="4EDAD3">
                      <a:alpha val="0"/>
                    </a:srgbClr>
                  </a:gs>
                </a:gsLst>
                <a:lin ang="78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913924CB-A31F-3DAF-FBF0-6297B2026BF3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08DE9BCB-26FF-D132-E6FE-A2B0C55C6DFE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solidFill>
                <a:srgbClr val="1F7AE3">
                  <a:alpha val="60000"/>
                </a:srgbClr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DA557349-E83A-AE87-617D-15870485DEF0}"/>
                  </a:ext>
                </a:extLst>
              </p:cNvPr>
              <p:cNvSpPr/>
              <p:nvPr/>
            </p:nvSpPr>
            <p:spPr>
              <a:xfrm>
                <a:off x="8300084" y="0"/>
                <a:ext cx="1883092" cy="3496309"/>
              </a:xfrm>
              <a:custGeom>
                <a:avLst/>
                <a:gdLst>
                  <a:gd name="connsiteX0" fmla="*/ 1398588 w 1883092"/>
                  <a:gd name="connsiteY0" fmla="*/ 0 h 3496309"/>
                  <a:gd name="connsiteX1" fmla="*/ 0 w 1883092"/>
                  <a:gd name="connsiteY1" fmla="*/ 3496310 h 3496309"/>
                  <a:gd name="connsiteX2" fmla="*/ 1883093 w 1883092"/>
                  <a:gd name="connsiteY2" fmla="*/ 0 h 3496309"/>
                  <a:gd name="connsiteX3" fmla="*/ 1398588 w 1883092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3092" h="3496309">
                    <a:moveTo>
                      <a:pt x="1398588" y="0"/>
                    </a:moveTo>
                    <a:lnTo>
                      <a:pt x="0" y="3496310"/>
                    </a:lnTo>
                    <a:lnTo>
                      <a:pt x="1883093" y="0"/>
                    </a:lnTo>
                    <a:lnTo>
                      <a:pt x="1398588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7588C8A7-A8D4-4C3C-09CF-B33E8114E142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0EAFE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29C46CB8-3174-E785-A530-66805B72FD11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solidFill>
                <a:srgbClr val="3ECAFB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12C16AC-9215-F844-0FB7-6DB28D3A6308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gradFill>
                <a:gsLst>
                  <a:gs pos="0">
                    <a:srgbClr val="3ECAFB">
                      <a:alpha val="0"/>
                    </a:srgbClr>
                  </a:gs>
                  <a:gs pos="40000">
                    <a:srgbClr val="3CC7FA">
                      <a:alpha val="52000"/>
                    </a:srgbClr>
                  </a:gs>
                  <a:gs pos="54000">
                    <a:srgbClr val="0068DF"/>
                  </a:gs>
                </a:gsLst>
                <a:lin ang="2400000" scaled="0"/>
              </a:gra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727F0B40-57ED-F61E-025E-CA220D24904E}"/>
                  </a:ext>
                </a:extLst>
              </p:cNvPr>
              <p:cNvSpPr/>
              <p:nvPr/>
            </p:nvSpPr>
            <p:spPr>
              <a:xfrm>
                <a:off x="8300084" y="0"/>
                <a:ext cx="3284855" cy="3496309"/>
              </a:xfrm>
              <a:custGeom>
                <a:avLst/>
                <a:gdLst>
                  <a:gd name="connsiteX0" fmla="*/ 3284855 w 3284855"/>
                  <a:gd name="connsiteY0" fmla="*/ 0 h 3496309"/>
                  <a:gd name="connsiteX1" fmla="*/ 0 w 3284855"/>
                  <a:gd name="connsiteY1" fmla="*/ 3496310 h 3496309"/>
                  <a:gd name="connsiteX2" fmla="*/ 2220596 w 3284855"/>
                  <a:gd name="connsiteY2" fmla="*/ 0 h 3496309"/>
                  <a:gd name="connsiteX3" fmla="*/ 3284855 w 3284855"/>
                  <a:gd name="connsiteY3" fmla="*/ 0 h 349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84855" h="3496309">
                    <a:moveTo>
                      <a:pt x="3284855" y="0"/>
                    </a:moveTo>
                    <a:lnTo>
                      <a:pt x="0" y="3496310"/>
                    </a:lnTo>
                    <a:lnTo>
                      <a:pt x="2220596" y="0"/>
                    </a:lnTo>
                    <a:lnTo>
                      <a:pt x="3284855" y="0"/>
                    </a:lnTo>
                    <a:close/>
                  </a:path>
                </a:pathLst>
              </a:custGeom>
              <a:no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72" name="Graphic 613">
                <a:extLst>
                  <a:ext uri="{FF2B5EF4-FFF2-40B4-BE49-F238E27FC236}">
                    <a16:creationId xmlns:a16="http://schemas.microsoft.com/office/drawing/2014/main" id="{AAC0A093-AC47-9AA2-282E-D4EDB4145CC7}"/>
                  </a:ext>
                </a:extLst>
              </p:cNvPr>
              <p:cNvGrpSpPr/>
              <p:nvPr/>
            </p:nvGrpSpPr>
            <p:grpSpPr>
              <a:xfrm>
                <a:off x="8300084" y="0"/>
                <a:ext cx="3891915" cy="3496309"/>
                <a:chOff x="8300084" y="0"/>
                <a:chExt cx="3891915" cy="3496309"/>
              </a:xfrm>
            </p:grpSpPr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C7960140-9961-AE28-A4C0-5BCE303CFE73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B7EE95B-82F4-5438-4F8E-5CCAB1B0ED77}"/>
                    </a:ext>
                  </a:extLst>
                </p:cNvPr>
                <p:cNvSpPr/>
                <p:nvPr/>
              </p:nvSpPr>
              <p:spPr>
                <a:xfrm>
                  <a:off x="8300084" y="0"/>
                  <a:ext cx="3891915" cy="3496309"/>
                </a:xfrm>
                <a:custGeom>
                  <a:avLst/>
                  <a:gdLst>
                    <a:gd name="connsiteX0" fmla="*/ 3891915 w 3891915"/>
                    <a:gd name="connsiteY0" fmla="*/ 683895 h 3496309"/>
                    <a:gd name="connsiteX1" fmla="*/ 0 w 3891915"/>
                    <a:gd name="connsiteY1" fmla="*/ 3496310 h 3496309"/>
                    <a:gd name="connsiteX2" fmla="*/ 3284855 w 3891915"/>
                    <a:gd name="connsiteY2" fmla="*/ 0 h 3496309"/>
                    <a:gd name="connsiteX3" fmla="*/ 3891915 w 3891915"/>
                    <a:gd name="connsiteY3" fmla="*/ 0 h 3496309"/>
                    <a:gd name="connsiteX4" fmla="*/ 3891915 w 3891915"/>
                    <a:gd name="connsiteY4" fmla="*/ 683895 h 349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915" h="3496309">
                      <a:moveTo>
                        <a:pt x="3891915" y="683895"/>
                      </a:moveTo>
                      <a:lnTo>
                        <a:pt x="0" y="3496310"/>
                      </a:lnTo>
                      <a:lnTo>
                        <a:pt x="3284855" y="0"/>
                      </a:lnTo>
                      <a:lnTo>
                        <a:pt x="3891915" y="0"/>
                      </a:lnTo>
                      <a:lnTo>
                        <a:pt x="3891915" y="683895"/>
                      </a:lnTo>
                      <a:close/>
                    </a:path>
                  </a:pathLst>
                </a:custGeom>
                <a:gradFill>
                  <a:gsLst>
                    <a:gs pos="46000">
                      <a:srgbClr val="0068DF"/>
                    </a:gs>
                    <a:gs pos="100000">
                      <a:srgbClr val="39C7F8"/>
                    </a:gs>
                    <a:gs pos="53000">
                      <a:srgbClr val="3ECAFB">
                        <a:alpha val="89804"/>
                      </a:srgbClr>
                    </a:gs>
                  </a:gsLst>
                  <a:lin ang="276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3" name="Graphic 613">
                <a:extLst>
                  <a:ext uri="{FF2B5EF4-FFF2-40B4-BE49-F238E27FC236}">
                    <a16:creationId xmlns:a16="http://schemas.microsoft.com/office/drawing/2014/main" id="{DB9493C0-9509-654C-3FED-CC28DD2F6DAE}"/>
                  </a:ext>
                </a:extLst>
              </p:cNvPr>
              <p:cNvGrpSpPr/>
              <p:nvPr/>
            </p:nvGrpSpPr>
            <p:grpSpPr>
              <a:xfrm>
                <a:off x="8300084" y="683894"/>
                <a:ext cx="3930650" cy="2812414"/>
                <a:chOff x="8300084" y="683894"/>
                <a:chExt cx="3930650" cy="2812414"/>
              </a:xfrm>
            </p:grpSpPr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4D301E49-C924-436F-4D11-E6EDF4A99E63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300F5E3D-4670-8DBB-BC89-9E4B1BFFE7B4}"/>
                    </a:ext>
                  </a:extLst>
                </p:cNvPr>
                <p:cNvSpPr/>
                <p:nvPr/>
              </p:nvSpPr>
              <p:spPr>
                <a:xfrm>
                  <a:off x="8300084" y="683894"/>
                  <a:ext cx="3930650" cy="2812414"/>
                </a:xfrm>
                <a:custGeom>
                  <a:avLst/>
                  <a:gdLst>
                    <a:gd name="connsiteX0" fmla="*/ 3891915 w 3930650"/>
                    <a:gd name="connsiteY0" fmla="*/ 0 h 2812414"/>
                    <a:gd name="connsiteX1" fmla="*/ 0 w 3930650"/>
                    <a:gd name="connsiteY1" fmla="*/ 2812415 h 2812414"/>
                    <a:gd name="connsiteX2" fmla="*/ 3930650 w 3930650"/>
                    <a:gd name="connsiteY2" fmla="*/ 1133158 h 2812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0650" h="2812414">
                      <a:moveTo>
                        <a:pt x="3891915" y="0"/>
                      </a:moveTo>
                      <a:lnTo>
                        <a:pt x="0" y="2812415"/>
                      </a:lnTo>
                      <a:lnTo>
                        <a:pt x="3930650" y="1133158"/>
                      </a:lnTo>
                    </a:path>
                  </a:pathLst>
                </a:custGeom>
                <a:gradFill>
                  <a:gsLst>
                    <a:gs pos="47000">
                      <a:srgbClr val="0068DF">
                        <a:alpha val="89804"/>
                      </a:srgbClr>
                    </a:gs>
                    <a:gs pos="34000">
                      <a:srgbClr val="0068DF">
                        <a:alpha val="89804"/>
                      </a:srgbClr>
                    </a:gs>
                    <a:gs pos="58000">
                      <a:srgbClr val="0EAFE0"/>
                    </a:gs>
                  </a:gsLst>
                  <a:lin ang="3600000" scaled="0"/>
                </a:gra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613">
                <a:extLst>
                  <a:ext uri="{FF2B5EF4-FFF2-40B4-BE49-F238E27FC236}">
                    <a16:creationId xmlns:a16="http://schemas.microsoft.com/office/drawing/2014/main" id="{66B9EF31-F4DA-0968-A2C0-4DA2F48D72F6}"/>
                  </a:ext>
                </a:extLst>
              </p:cNvPr>
              <p:cNvGrpSpPr/>
              <p:nvPr/>
            </p:nvGrpSpPr>
            <p:grpSpPr>
              <a:xfrm>
                <a:off x="8300084" y="1817052"/>
                <a:ext cx="3930650" cy="1679257"/>
                <a:chOff x="8300084" y="1817052"/>
                <a:chExt cx="3930650" cy="1679257"/>
              </a:xfrm>
            </p:grpSpPr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75CB0E3C-E019-2D4E-C972-AAF5484CA661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0EAFE0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07065F56-579E-7E54-D8D1-0F2A8FD85266}"/>
                    </a:ext>
                  </a:extLst>
                </p:cNvPr>
                <p:cNvSpPr/>
                <p:nvPr/>
              </p:nvSpPr>
              <p:spPr>
                <a:xfrm>
                  <a:off x="8300084" y="1817052"/>
                  <a:ext cx="3930650" cy="1679257"/>
                </a:xfrm>
                <a:custGeom>
                  <a:avLst/>
                  <a:gdLst>
                    <a:gd name="connsiteX0" fmla="*/ 3930650 w 3930650"/>
                    <a:gd name="connsiteY0" fmla="*/ 0 h 1679257"/>
                    <a:gd name="connsiteX1" fmla="*/ 0 w 3930650"/>
                    <a:gd name="connsiteY1" fmla="*/ 1679257 h 1679257"/>
                    <a:gd name="connsiteX2" fmla="*/ 3928746 w 3930650"/>
                    <a:gd name="connsiteY2" fmla="*/ 279400 h 1679257"/>
                    <a:gd name="connsiteX3" fmla="*/ 3930650 w 3930650"/>
                    <a:gd name="connsiteY3" fmla="*/ 0 h 1679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0650" h="1679257">
                      <a:moveTo>
                        <a:pt x="3930650" y="0"/>
                      </a:moveTo>
                      <a:lnTo>
                        <a:pt x="0" y="1679257"/>
                      </a:lnTo>
                      <a:lnTo>
                        <a:pt x="3928746" y="279400"/>
                      </a:lnTo>
                      <a:lnTo>
                        <a:pt x="3930650" y="0"/>
                      </a:lnTo>
                      <a:close/>
                    </a:path>
                  </a:pathLst>
                </a:custGeom>
                <a:solidFill>
                  <a:srgbClr val="26BCED"/>
                </a:solidFill>
                <a:ln w="31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F59E1798-679A-ACCE-B23E-3DA9B1034F53}"/>
                  </a:ext>
                </a:extLst>
              </p:cNvPr>
              <p:cNvSpPr/>
              <p:nvPr userDrawn="1"/>
            </p:nvSpPr>
            <p:spPr>
              <a:xfrm>
                <a:off x="12200310" y="0"/>
                <a:ext cx="92408" cy="6858000"/>
              </a:xfrm>
              <a:prstGeom prst="rect">
                <a:avLst/>
              </a:prstGeom>
              <a:solidFill>
                <a:srgbClr val="E9ED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806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22FC6D-3A99-72A8-37DD-B039741D48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AFE7F-AEF0-56AE-7B4A-483342818015}"/>
              </a:ext>
            </a:extLst>
          </p:cNvPr>
          <p:cNvGrpSpPr/>
          <p:nvPr userDrawn="1"/>
        </p:nvGrpSpPr>
        <p:grpSpPr>
          <a:xfrm>
            <a:off x="1329004" y="2629430"/>
            <a:ext cx="2894619" cy="979228"/>
            <a:chOff x="532238" y="532263"/>
            <a:chExt cx="1522954" cy="5152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955D61-89AD-68BF-11BE-DC3C64CA2E04}"/>
                </a:ext>
              </a:extLst>
            </p:cNvPr>
            <p:cNvSpPr/>
            <p:nvPr/>
          </p:nvSpPr>
          <p:spPr>
            <a:xfrm>
              <a:off x="532238" y="532263"/>
              <a:ext cx="584573" cy="515204"/>
            </a:xfrm>
            <a:custGeom>
              <a:avLst/>
              <a:gdLst>
                <a:gd name="connsiteX0" fmla="*/ 670274 w 919067"/>
                <a:gd name="connsiteY0" fmla="*/ 0 h 810006"/>
                <a:gd name="connsiteX1" fmla="*/ 670274 w 919067"/>
                <a:gd name="connsiteY1" fmla="*/ 489394 h 810006"/>
                <a:gd name="connsiteX2" fmla="*/ 248984 w 919067"/>
                <a:gd name="connsiteY2" fmla="*/ 0 h 810006"/>
                <a:gd name="connsiteX3" fmla="*/ 0 w 919067"/>
                <a:gd name="connsiteY3" fmla="*/ 0 h 810006"/>
                <a:gd name="connsiteX4" fmla="*/ 0 w 919067"/>
                <a:gd name="connsiteY4" fmla="*/ 809244 h 810006"/>
                <a:gd name="connsiteX5" fmla="*/ 476 w 919067"/>
                <a:gd name="connsiteY5" fmla="*/ 810006 h 810006"/>
                <a:gd name="connsiteX6" fmla="*/ 249174 w 919067"/>
                <a:gd name="connsiteY6" fmla="*/ 809911 h 810006"/>
                <a:gd name="connsiteX7" fmla="*/ 249079 w 919067"/>
                <a:gd name="connsiteY7" fmla="*/ 320516 h 810006"/>
                <a:gd name="connsiteX8" fmla="*/ 670370 w 919067"/>
                <a:gd name="connsiteY8" fmla="*/ 810006 h 810006"/>
                <a:gd name="connsiteX9" fmla="*/ 919067 w 919067"/>
                <a:gd name="connsiteY9" fmla="*/ 405003 h 810006"/>
                <a:gd name="connsiteX10" fmla="*/ 670370 w 919067"/>
                <a:gd name="connsiteY10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9067" h="810006">
                  <a:moveTo>
                    <a:pt x="670274" y="0"/>
                  </a:moveTo>
                  <a:lnTo>
                    <a:pt x="670274" y="489394"/>
                  </a:lnTo>
                  <a:lnTo>
                    <a:pt x="248984" y="0"/>
                  </a:lnTo>
                  <a:lnTo>
                    <a:pt x="0" y="0"/>
                  </a:lnTo>
                  <a:lnTo>
                    <a:pt x="0" y="809244"/>
                  </a:lnTo>
                  <a:lnTo>
                    <a:pt x="476" y="810006"/>
                  </a:lnTo>
                  <a:lnTo>
                    <a:pt x="249174" y="809911"/>
                  </a:lnTo>
                  <a:lnTo>
                    <a:pt x="249079" y="320516"/>
                  </a:lnTo>
                  <a:lnTo>
                    <a:pt x="670370" y="810006"/>
                  </a:lnTo>
                  <a:lnTo>
                    <a:pt x="919067" y="405003"/>
                  </a:lnTo>
                  <a:lnTo>
                    <a:pt x="670370" y="0"/>
                  </a:lnTo>
                </a:path>
              </a:pathLst>
            </a:custGeom>
            <a:solidFill>
              <a:srgbClr val="F9B5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3D381AC-9A91-27C3-372C-83904DA3EC10}"/>
                </a:ext>
              </a:extLst>
            </p:cNvPr>
            <p:cNvSpPr/>
            <p:nvPr/>
          </p:nvSpPr>
          <p:spPr>
            <a:xfrm>
              <a:off x="1484069" y="532263"/>
              <a:ext cx="571123" cy="515204"/>
            </a:xfrm>
            <a:custGeom>
              <a:avLst/>
              <a:gdLst>
                <a:gd name="connsiteX0" fmla="*/ 603599 w 897921"/>
                <a:gd name="connsiteY0" fmla="*/ 0 h 810006"/>
                <a:gd name="connsiteX1" fmla="*/ 248698 w 897921"/>
                <a:gd name="connsiteY1" fmla="*/ 0 h 810006"/>
                <a:gd name="connsiteX2" fmla="*/ 0 w 897921"/>
                <a:gd name="connsiteY2" fmla="*/ 405003 h 810006"/>
                <a:gd name="connsiteX3" fmla="*/ 248603 w 897921"/>
                <a:gd name="connsiteY3" fmla="*/ 810006 h 810006"/>
                <a:gd name="connsiteX4" fmla="*/ 248698 w 897921"/>
                <a:gd name="connsiteY4" fmla="*/ 810006 h 810006"/>
                <a:gd name="connsiteX5" fmla="*/ 248603 w 897921"/>
                <a:gd name="connsiteY5" fmla="*/ 631127 h 810006"/>
                <a:gd name="connsiteX6" fmla="*/ 668750 w 897921"/>
                <a:gd name="connsiteY6" fmla="*/ 631127 h 810006"/>
                <a:gd name="connsiteX7" fmla="*/ 897922 w 897921"/>
                <a:gd name="connsiteY7" fmla="*/ 372142 h 810006"/>
                <a:gd name="connsiteX8" fmla="*/ 897922 w 897921"/>
                <a:gd name="connsiteY8" fmla="*/ 276987 h 810006"/>
                <a:gd name="connsiteX9" fmla="*/ 603599 w 897921"/>
                <a:gd name="connsiteY9" fmla="*/ 0 h 810006"/>
                <a:gd name="connsiteX10" fmla="*/ 665702 w 897921"/>
                <a:gd name="connsiteY10" fmla="*/ 326803 h 810006"/>
                <a:gd name="connsiteX11" fmla="*/ 584835 w 897921"/>
                <a:gd name="connsiteY11" fmla="*/ 430054 h 810006"/>
                <a:gd name="connsiteX12" fmla="*/ 248984 w 897921"/>
                <a:gd name="connsiteY12" fmla="*/ 430054 h 810006"/>
                <a:gd name="connsiteX13" fmla="*/ 248984 w 897921"/>
                <a:gd name="connsiteY13" fmla="*/ 200882 h 810006"/>
                <a:gd name="connsiteX14" fmla="*/ 563499 w 897921"/>
                <a:gd name="connsiteY14" fmla="*/ 200882 h 810006"/>
                <a:gd name="connsiteX15" fmla="*/ 665702 w 897921"/>
                <a:gd name="connsiteY15" fmla="*/ 286893 h 810006"/>
                <a:gd name="connsiteX16" fmla="*/ 665702 w 897921"/>
                <a:gd name="connsiteY16" fmla="*/ 326803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7921" h="810006">
                  <a:moveTo>
                    <a:pt x="603599" y="0"/>
                  </a:moveTo>
                  <a:lnTo>
                    <a:pt x="248698" y="0"/>
                  </a:lnTo>
                  <a:lnTo>
                    <a:pt x="0" y="405003"/>
                  </a:lnTo>
                  <a:lnTo>
                    <a:pt x="248603" y="810006"/>
                  </a:lnTo>
                  <a:lnTo>
                    <a:pt x="248698" y="810006"/>
                  </a:lnTo>
                  <a:lnTo>
                    <a:pt x="248603" y="631127"/>
                  </a:lnTo>
                  <a:lnTo>
                    <a:pt x="668750" y="631127"/>
                  </a:lnTo>
                  <a:cubicBezTo>
                    <a:pt x="845153" y="631127"/>
                    <a:pt x="897922" y="492728"/>
                    <a:pt x="897922" y="372142"/>
                  </a:cubicBezTo>
                  <a:lnTo>
                    <a:pt x="897922" y="276987"/>
                  </a:lnTo>
                  <a:cubicBezTo>
                    <a:pt x="897922" y="118300"/>
                    <a:pt x="840677" y="0"/>
                    <a:pt x="603599" y="0"/>
                  </a:cubicBezTo>
                  <a:close/>
                  <a:moveTo>
                    <a:pt x="665702" y="326803"/>
                  </a:moveTo>
                  <a:cubicBezTo>
                    <a:pt x="665702" y="374809"/>
                    <a:pt x="643223" y="430054"/>
                    <a:pt x="584835" y="430054"/>
                  </a:cubicBezTo>
                  <a:lnTo>
                    <a:pt x="248984" y="430054"/>
                  </a:lnTo>
                  <a:lnTo>
                    <a:pt x="248984" y="200882"/>
                  </a:lnTo>
                  <a:lnTo>
                    <a:pt x="563499" y="200882"/>
                  </a:lnTo>
                  <a:cubicBezTo>
                    <a:pt x="638747" y="200882"/>
                    <a:pt x="665702" y="232124"/>
                    <a:pt x="665702" y="286893"/>
                  </a:cubicBezTo>
                  <a:lnTo>
                    <a:pt x="665702" y="326803"/>
                  </a:lnTo>
                  <a:close/>
                </a:path>
              </a:pathLst>
            </a:custGeom>
            <a:solidFill>
              <a:srgbClr val="69CA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6545B6-1A77-CD99-D604-0CBE2C8A50BC}"/>
                </a:ext>
              </a:extLst>
            </p:cNvPr>
            <p:cNvSpPr/>
            <p:nvPr/>
          </p:nvSpPr>
          <p:spPr>
            <a:xfrm>
              <a:off x="1006245" y="532263"/>
              <a:ext cx="588389" cy="515204"/>
            </a:xfrm>
            <a:custGeom>
              <a:avLst/>
              <a:gdLst>
                <a:gd name="connsiteX0" fmla="*/ 675894 w 925067"/>
                <a:gd name="connsiteY0" fmla="*/ 0 h 810006"/>
                <a:gd name="connsiteX1" fmla="*/ 630460 w 925067"/>
                <a:gd name="connsiteY1" fmla="*/ 0 h 810006"/>
                <a:gd name="connsiteX2" fmla="*/ 462534 w 925067"/>
                <a:gd name="connsiteY2" fmla="*/ 269177 h 810006"/>
                <a:gd name="connsiteX3" fmla="*/ 294704 w 925067"/>
                <a:gd name="connsiteY3" fmla="*/ 0 h 810006"/>
                <a:gd name="connsiteX4" fmla="*/ 248507 w 925067"/>
                <a:gd name="connsiteY4" fmla="*/ 0 h 810006"/>
                <a:gd name="connsiteX5" fmla="*/ 0 w 925067"/>
                <a:gd name="connsiteY5" fmla="*/ 0 h 810006"/>
                <a:gd name="connsiteX6" fmla="*/ 248698 w 925067"/>
                <a:gd name="connsiteY6" fmla="*/ 405003 h 810006"/>
                <a:gd name="connsiteX7" fmla="*/ 0 w 925067"/>
                <a:gd name="connsiteY7" fmla="*/ 810006 h 810006"/>
                <a:gd name="connsiteX8" fmla="*/ 248984 w 925067"/>
                <a:gd name="connsiteY8" fmla="*/ 810006 h 810006"/>
                <a:gd name="connsiteX9" fmla="*/ 294704 w 925067"/>
                <a:gd name="connsiteY9" fmla="*/ 810006 h 810006"/>
                <a:gd name="connsiteX10" fmla="*/ 462534 w 925067"/>
                <a:gd name="connsiteY10" fmla="*/ 540734 h 810006"/>
                <a:gd name="connsiteX11" fmla="*/ 630460 w 925067"/>
                <a:gd name="connsiteY11" fmla="*/ 810006 h 810006"/>
                <a:gd name="connsiteX12" fmla="*/ 676466 w 925067"/>
                <a:gd name="connsiteY12" fmla="*/ 810006 h 810006"/>
                <a:gd name="connsiteX13" fmla="*/ 925068 w 925067"/>
                <a:gd name="connsiteY13" fmla="*/ 809911 h 810006"/>
                <a:gd name="connsiteX14" fmla="*/ 676370 w 925067"/>
                <a:gd name="connsiteY14" fmla="*/ 405003 h 810006"/>
                <a:gd name="connsiteX15" fmla="*/ 925068 w 925067"/>
                <a:gd name="connsiteY15" fmla="*/ 0 h 810006"/>
                <a:gd name="connsiteX16" fmla="*/ 675894 w 925067"/>
                <a:gd name="connsiteY16" fmla="*/ 0 h 81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25067" h="810006">
                  <a:moveTo>
                    <a:pt x="675894" y="0"/>
                  </a:moveTo>
                  <a:lnTo>
                    <a:pt x="630460" y="0"/>
                  </a:lnTo>
                  <a:lnTo>
                    <a:pt x="462534" y="269177"/>
                  </a:lnTo>
                  <a:lnTo>
                    <a:pt x="294704" y="0"/>
                  </a:lnTo>
                  <a:lnTo>
                    <a:pt x="248507" y="0"/>
                  </a:lnTo>
                  <a:lnTo>
                    <a:pt x="0" y="0"/>
                  </a:lnTo>
                  <a:lnTo>
                    <a:pt x="248698" y="405003"/>
                  </a:lnTo>
                  <a:lnTo>
                    <a:pt x="0" y="810006"/>
                  </a:lnTo>
                  <a:lnTo>
                    <a:pt x="248984" y="810006"/>
                  </a:lnTo>
                  <a:lnTo>
                    <a:pt x="294704" y="810006"/>
                  </a:lnTo>
                  <a:lnTo>
                    <a:pt x="462534" y="540734"/>
                  </a:lnTo>
                  <a:lnTo>
                    <a:pt x="630460" y="810006"/>
                  </a:lnTo>
                  <a:lnTo>
                    <a:pt x="676466" y="810006"/>
                  </a:lnTo>
                  <a:lnTo>
                    <a:pt x="925068" y="809911"/>
                  </a:lnTo>
                  <a:lnTo>
                    <a:pt x="676370" y="405003"/>
                  </a:lnTo>
                  <a:lnTo>
                    <a:pt x="925068" y="0"/>
                  </a:lnTo>
                  <a:lnTo>
                    <a:pt x="675894" y="0"/>
                  </a:lnTo>
                </a:path>
              </a:pathLst>
            </a:custGeom>
            <a:solidFill>
              <a:srgbClr val="0EA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</a:endParaRPr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8B3459A-8CA0-8653-BC63-848030D1104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ECAB471-DD36-B765-A319-2A51EA7E5DCC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4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3A3C7847-072F-8F06-63B7-E92BC4E886C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ED91732-4AFF-250B-862A-E31EF85BD96F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DD1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D825D5B-241C-B463-31A9-CC50DAF439D8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F660E30-65C4-DD19-2F3D-D00BFB54CB6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F1E5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9355F97-AAF9-11E2-5334-7FAF3A4D3D7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7F14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958EFF5-7C87-9E2A-94A8-2A03D995FCA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FF9A00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2109D5B-1C51-CEB5-2275-324D2106108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4EDAD3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2B38B4A-3114-34EF-100B-EB8B9AEE05EA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9B240B-2ACB-6AAA-2472-DB6DA68F0D89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92B4398-67A6-3F67-E3DA-B9E51F86091E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65D5E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79EAD67-10C9-603E-1EBD-D000686C1744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3ECAFB">
              <a:alpha val="50000"/>
            </a:srgbClr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C339BAC4-0B00-E89A-EC79-25E15A67A83D}"/>
              </a:ext>
            </a:extLst>
          </p:cNvPr>
          <p:cNvSpPr/>
          <p:nvPr/>
        </p:nvSpPr>
        <p:spPr>
          <a:xfrm>
            <a:off x="3657600" y="0"/>
            <a:ext cx="3175" cy="3175"/>
          </a:xfrm>
          <a:custGeom>
            <a:avLst/>
            <a:gdLst/>
            <a:ahLst/>
            <a:cxnLst/>
            <a:rect l="l" t="t" r="r" b="b"/>
            <a:pathLst>
              <a:path w="3175" h="3175"/>
            </a:pathLst>
          </a:custGeom>
          <a:solidFill>
            <a:srgbClr val="0068DF"/>
          </a:solidFill>
          <a:ln w="22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792D86-477E-5276-145A-CE3B4CA38385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6DD5F0-C72A-F3BE-8C6B-AFB60BAD558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C9571F9-A6AA-F72C-84A9-F5F77C277DCD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CCCC7286-8BDB-26DD-B782-CA454A627D91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96A91D-2A15-E82B-B83F-9F71ECBC5D59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7BDE33A-7F5F-E171-2859-4A2944ADEB84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4A99F4E-02ED-DC0A-C352-32D0A8001760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C80E6E-26E4-17DB-0F9D-829E26937A7E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FCE6926-0F18-1A91-E89F-FC6A2A258C3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D48824-9DA0-B59C-3334-5C4EAE7F75E0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D03C791-9A9B-877C-6C7D-323E516A7616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EEF5257-0622-A30B-DDEF-9C166A25E883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E935E3E-7A03-937C-4835-B1294719DF5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9F41B27-2B02-47A8-E3EA-FCD496ADFC6B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55EB0D-C383-C3B5-34A8-96714E899719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FA0420-4F28-A03C-4C3B-B7AC80C41F02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EB33CA9-2A58-2DF6-9DE1-14BFD9D06BBF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E86A2F-B70A-B395-A7DD-114FD7E2BE72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01BC16E-170D-8AAA-829D-40C1A1103560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C5AC35A-A136-E2AA-B6B6-C60AC938C06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B217707-250A-66D7-D5E6-B099752C419D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C26E78C-6512-18B1-5E0C-935422C011B4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4" name="Graphic 57">
              <a:extLst>
                <a:ext uri="{FF2B5EF4-FFF2-40B4-BE49-F238E27FC236}">
                  <a16:creationId xmlns:a16="http://schemas.microsoft.com/office/drawing/2014/main" id="{BE5C6FCC-EE7A-91D3-DDC8-05F243C32AE5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BD84F2F-6AE7-A640-9EBA-0915BC4CA0D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B11804-DF4E-0342-4589-BA391BEF82FD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815B004-2378-C71A-661F-759ADBF8D407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AB79BD-EAFB-1773-5787-AB9BE5EF2B2E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0C5C3A33-DF95-541C-DE48-B04D94E41D9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B4B118-AE38-9F88-5F91-24B6F78AC099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7411A26-EF57-DC6B-5CD5-80A1F468089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DF34A3D-0EA6-1411-1985-196E395393A8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04F8CA5-579F-DE4C-50FD-AEEE4F2CC97D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7F15295-68C3-1577-090C-32AE392AD22E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112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XP +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084577-DDF3-0832-E5ED-5FF10B2E3F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Rectangle: Rounded Corners 11">
            <a:hlinkClick r:id="rId2"/>
            <a:extLst>
              <a:ext uri="{FF2B5EF4-FFF2-40B4-BE49-F238E27FC236}">
                <a16:creationId xmlns:a16="http://schemas.microsoft.com/office/drawing/2014/main" id="{75A8E5E3-17F6-9917-83F2-08D1544F023A}"/>
              </a:ext>
            </a:extLst>
          </p:cNvPr>
          <p:cNvSpPr/>
          <p:nvPr userDrawn="1"/>
        </p:nvSpPr>
        <p:spPr>
          <a:xfrm>
            <a:off x="1342652" y="5761384"/>
            <a:ext cx="1509927" cy="305544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ctr"/>
          <a:lstStyle/>
          <a:p>
            <a:pPr algn="ctr"/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nxp.com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C26F959-7025-876F-2A7E-2AB97F839FF3}"/>
              </a:ext>
            </a:extLst>
          </p:cNvPr>
          <p:cNvSpPr txBox="1">
            <a:spLocks/>
          </p:cNvSpPr>
          <p:nvPr userDrawn="1"/>
        </p:nvSpPr>
        <p:spPr>
          <a:xfrm>
            <a:off x="1343025" y="6292680"/>
            <a:ext cx="5062539" cy="2748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Public  |  </a:t>
            </a: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NXP and the NXP logo are trademarks of NXP B.V. All other product </a:t>
            </a:r>
            <a:b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800" b="0" i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 service names are the property of their respective owners. © 2025 NXP B.V. Version 2.9.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79993E6-A0C2-2282-9D83-AF057F94A080}"/>
              </a:ext>
            </a:extLst>
          </p:cNvPr>
          <p:cNvGrpSpPr/>
          <p:nvPr userDrawn="1"/>
        </p:nvGrpSpPr>
        <p:grpSpPr>
          <a:xfrm>
            <a:off x="3881118" y="0"/>
            <a:ext cx="8315959" cy="6857999"/>
            <a:chOff x="4609967" y="0"/>
            <a:chExt cx="8315959" cy="6857999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887985F-1D93-DAFC-74AB-CE8D59DA60B9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5878513 w 5878512"/>
                <a:gd name="connsiteY0" fmla="*/ 3493453 h 3493452"/>
                <a:gd name="connsiteX1" fmla="*/ 5857557 w 5878512"/>
                <a:gd name="connsiteY1" fmla="*/ 0 h 3493452"/>
                <a:gd name="connsiteX2" fmla="*/ 2393315 w 5878512"/>
                <a:gd name="connsiteY2" fmla="*/ 0 h 3493452"/>
                <a:gd name="connsiteX3" fmla="*/ 0 w 5878512"/>
                <a:gd name="connsiteY3" fmla="*/ 0 h 3493452"/>
                <a:gd name="connsiteX4" fmla="*/ 5878513 w 5878512"/>
                <a:gd name="connsiteY4" fmla="*/ 3493453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5878513" y="3493453"/>
                  </a:moveTo>
                  <a:lnTo>
                    <a:pt x="5857557" y="0"/>
                  </a:lnTo>
                  <a:lnTo>
                    <a:pt x="2393315" y="0"/>
                  </a:lnTo>
                  <a:lnTo>
                    <a:pt x="0" y="0"/>
                  </a:lnTo>
                  <a:lnTo>
                    <a:pt x="5878513" y="3493453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814D08-EE86-E321-263E-AF405AD40066}"/>
                </a:ext>
              </a:extLst>
            </p:cNvPr>
            <p:cNvSpPr/>
            <p:nvPr/>
          </p:nvSpPr>
          <p:spPr>
            <a:xfrm>
              <a:off x="4609967" y="0"/>
              <a:ext cx="5878512" cy="3493452"/>
            </a:xfrm>
            <a:custGeom>
              <a:avLst/>
              <a:gdLst>
                <a:gd name="connsiteX0" fmla="*/ 0 w 5878512"/>
                <a:gd name="connsiteY0" fmla="*/ 0 h 3493452"/>
                <a:gd name="connsiteX1" fmla="*/ 5878513 w 5878512"/>
                <a:gd name="connsiteY1" fmla="*/ 3493453 h 3493452"/>
                <a:gd name="connsiteX2" fmla="*/ 2393315 w 5878512"/>
                <a:gd name="connsiteY2" fmla="*/ 0 h 3493452"/>
                <a:gd name="connsiteX3" fmla="*/ 2393315 w 5878512"/>
                <a:gd name="connsiteY3" fmla="*/ 0 h 3493452"/>
                <a:gd name="connsiteX4" fmla="*/ 0 w 5878512"/>
                <a:gd name="connsiteY4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78512" h="3493452">
                  <a:moveTo>
                    <a:pt x="0" y="0"/>
                  </a:moveTo>
                  <a:lnTo>
                    <a:pt x="5878513" y="3493453"/>
                  </a:lnTo>
                  <a:lnTo>
                    <a:pt x="2393315" y="0"/>
                  </a:lnTo>
                  <a:lnTo>
                    <a:pt x="2393315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521">
                  <a:schemeClr val="accent6"/>
                </a:gs>
                <a:gs pos="49000">
                  <a:schemeClr val="accent3"/>
                </a:gs>
                <a:gs pos="63000">
                  <a:srgbClr val="C6EB00"/>
                </a:gs>
                <a:gs pos="94000">
                  <a:srgbClr val="C6EB00"/>
                </a:gs>
              </a:gsLst>
              <a:lin ang="184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3459D98-54E4-0EEE-94CB-2FCBEEF4A592}"/>
                </a:ext>
              </a:extLst>
            </p:cNvPr>
            <p:cNvSpPr/>
            <p:nvPr/>
          </p:nvSpPr>
          <p:spPr>
            <a:xfrm>
              <a:off x="7003281" y="0"/>
              <a:ext cx="3485197" cy="3493452"/>
            </a:xfrm>
            <a:custGeom>
              <a:avLst/>
              <a:gdLst>
                <a:gd name="connsiteX0" fmla="*/ 0 w 3485197"/>
                <a:gd name="connsiteY0" fmla="*/ 0 h 3493452"/>
                <a:gd name="connsiteX1" fmla="*/ 3485198 w 3485197"/>
                <a:gd name="connsiteY1" fmla="*/ 3493453 h 3493452"/>
                <a:gd name="connsiteX2" fmla="*/ 287973 w 3485197"/>
                <a:gd name="connsiteY2" fmla="*/ 0 h 3493452"/>
                <a:gd name="connsiteX3" fmla="*/ 0 w 348519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197" h="3493452">
                  <a:moveTo>
                    <a:pt x="0" y="0"/>
                  </a:moveTo>
                  <a:lnTo>
                    <a:pt x="3485198" y="3493453"/>
                  </a:lnTo>
                  <a:lnTo>
                    <a:pt x="2879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B972">
                <a:alpha val="4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FAEC36D-F404-90FE-3357-7C09FBE64DDD}"/>
                </a:ext>
              </a:extLst>
            </p:cNvPr>
            <p:cNvSpPr/>
            <p:nvPr/>
          </p:nvSpPr>
          <p:spPr>
            <a:xfrm>
              <a:off x="7291254" y="0"/>
              <a:ext cx="3197225" cy="3493452"/>
            </a:xfrm>
            <a:custGeom>
              <a:avLst/>
              <a:gdLst>
                <a:gd name="connsiteX0" fmla="*/ 628650 w 3197225"/>
                <a:gd name="connsiteY0" fmla="*/ 0 h 3493452"/>
                <a:gd name="connsiteX1" fmla="*/ 3197225 w 3197225"/>
                <a:gd name="connsiteY1" fmla="*/ 3493453 h 3493452"/>
                <a:gd name="connsiteX2" fmla="*/ 0 w 3197225"/>
                <a:gd name="connsiteY2" fmla="*/ 0 h 3493452"/>
                <a:gd name="connsiteX3" fmla="*/ 628650 w 319722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7225" h="3493452">
                  <a:moveTo>
                    <a:pt x="628650" y="0"/>
                  </a:moveTo>
                  <a:lnTo>
                    <a:pt x="3197225" y="3493453"/>
                  </a:lnTo>
                  <a:lnTo>
                    <a:pt x="0" y="0"/>
                  </a:lnTo>
                  <a:lnTo>
                    <a:pt x="628650" y="0"/>
                  </a:lnTo>
                  <a:close/>
                </a:path>
              </a:pathLst>
            </a:custGeom>
            <a:gradFill>
              <a:gsLst>
                <a:gs pos="46000">
                  <a:schemeClr val="accent3"/>
                </a:gs>
                <a:gs pos="64000">
                  <a:srgbClr val="C6EB00"/>
                </a:gs>
              </a:gsLst>
              <a:lin ang="18810059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CA7BF3E-52B1-61EC-32CD-26A550AB40D5}"/>
                </a:ext>
              </a:extLst>
            </p:cNvPr>
            <p:cNvSpPr/>
            <p:nvPr/>
          </p:nvSpPr>
          <p:spPr>
            <a:xfrm>
              <a:off x="7919904" y="0"/>
              <a:ext cx="2568575" cy="3493452"/>
            </a:xfrm>
            <a:custGeom>
              <a:avLst/>
              <a:gdLst>
                <a:gd name="connsiteX0" fmla="*/ 0 w 2568575"/>
                <a:gd name="connsiteY0" fmla="*/ 0 h 3493452"/>
                <a:gd name="connsiteX1" fmla="*/ 2568575 w 2568575"/>
                <a:gd name="connsiteY1" fmla="*/ 3493453 h 3493452"/>
                <a:gd name="connsiteX2" fmla="*/ 173672 w 2568575"/>
                <a:gd name="connsiteY2" fmla="*/ 0 h 3493452"/>
                <a:gd name="connsiteX3" fmla="*/ 0 w 256857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8575" h="3493452">
                  <a:moveTo>
                    <a:pt x="0" y="0"/>
                  </a:moveTo>
                  <a:lnTo>
                    <a:pt x="2568575" y="3493453"/>
                  </a:lnTo>
                  <a:lnTo>
                    <a:pt x="173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1E3E7-CE0D-4AAA-3FB6-B6726FB0CD12}"/>
                </a:ext>
              </a:extLst>
            </p:cNvPr>
            <p:cNvSpPr/>
            <p:nvPr/>
          </p:nvSpPr>
          <p:spPr>
            <a:xfrm>
              <a:off x="8093577" y="0"/>
              <a:ext cx="2394902" cy="3493452"/>
            </a:xfrm>
            <a:custGeom>
              <a:avLst/>
              <a:gdLst>
                <a:gd name="connsiteX0" fmla="*/ 0 w 2394902"/>
                <a:gd name="connsiteY0" fmla="*/ 0 h 3493452"/>
                <a:gd name="connsiteX1" fmla="*/ 2394903 w 2394902"/>
                <a:gd name="connsiteY1" fmla="*/ 3493453 h 3493452"/>
                <a:gd name="connsiteX2" fmla="*/ 0 w 2394902"/>
                <a:gd name="connsiteY2" fmla="*/ 0 h 3493452"/>
                <a:gd name="connsiteX3" fmla="*/ 0 w 239490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4902" h="3493452">
                  <a:moveTo>
                    <a:pt x="0" y="0"/>
                  </a:moveTo>
                  <a:lnTo>
                    <a:pt x="2394903" y="34934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4E2FE-3961-5039-524A-C7BFBEF407E6}"/>
                </a:ext>
              </a:extLst>
            </p:cNvPr>
            <p:cNvSpPr/>
            <p:nvPr/>
          </p:nvSpPr>
          <p:spPr>
            <a:xfrm>
              <a:off x="8267884" y="0"/>
              <a:ext cx="2220595" cy="3493452"/>
            </a:xfrm>
            <a:custGeom>
              <a:avLst/>
              <a:gdLst>
                <a:gd name="connsiteX0" fmla="*/ 0 w 2220595"/>
                <a:gd name="connsiteY0" fmla="*/ 0 h 3493452"/>
                <a:gd name="connsiteX1" fmla="*/ 2220596 w 2220595"/>
                <a:gd name="connsiteY1" fmla="*/ 3493453 h 3493452"/>
                <a:gd name="connsiteX2" fmla="*/ 187643 w 2220595"/>
                <a:gd name="connsiteY2" fmla="*/ 0 h 3493452"/>
                <a:gd name="connsiteX3" fmla="*/ 0 w 222059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0595" h="3493452">
                  <a:moveTo>
                    <a:pt x="0" y="0"/>
                  </a:moveTo>
                  <a:lnTo>
                    <a:pt x="2220596" y="3493453"/>
                  </a:lnTo>
                  <a:lnTo>
                    <a:pt x="1876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221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D89A4A1-BD86-2041-AD1E-85D8F0FA7545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solidFill>
              <a:srgbClr val="80D226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746FA9E-2870-9A65-A5F0-0F8571A42208}"/>
                </a:ext>
              </a:extLst>
            </p:cNvPr>
            <p:cNvSpPr/>
            <p:nvPr/>
          </p:nvSpPr>
          <p:spPr>
            <a:xfrm>
              <a:off x="8455527" y="0"/>
              <a:ext cx="2032952" cy="3493452"/>
            </a:xfrm>
            <a:custGeom>
              <a:avLst/>
              <a:gdLst>
                <a:gd name="connsiteX0" fmla="*/ 663893 w 2032952"/>
                <a:gd name="connsiteY0" fmla="*/ 0 h 3493452"/>
                <a:gd name="connsiteX1" fmla="*/ 2032953 w 2032952"/>
                <a:gd name="connsiteY1" fmla="*/ 3493453 h 3493452"/>
                <a:gd name="connsiteX2" fmla="*/ 0 w 2032952"/>
                <a:gd name="connsiteY2" fmla="*/ 0 h 3493452"/>
                <a:gd name="connsiteX3" fmla="*/ 663893 w 2032952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2952" h="3493452">
                  <a:moveTo>
                    <a:pt x="663893" y="0"/>
                  </a:moveTo>
                  <a:lnTo>
                    <a:pt x="2032953" y="3493453"/>
                  </a:lnTo>
                  <a:lnTo>
                    <a:pt x="0" y="0"/>
                  </a:lnTo>
                  <a:lnTo>
                    <a:pt x="663893" y="0"/>
                  </a:lnTo>
                  <a:close/>
                </a:path>
              </a:pathLst>
            </a:custGeom>
            <a:gradFill>
              <a:gsLst>
                <a:gs pos="38000">
                  <a:srgbClr val="C6EB00"/>
                </a:gs>
                <a:gs pos="52000">
                  <a:schemeClr val="accent3"/>
                </a:gs>
                <a:gs pos="74000">
                  <a:srgbClr val="00A700"/>
                </a:gs>
              </a:gsLst>
              <a:lin ang="2022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8B01B5A-9CCD-0927-40F5-07AE1EB05810}"/>
                </a:ext>
              </a:extLst>
            </p:cNvPr>
            <p:cNvSpPr/>
            <p:nvPr/>
          </p:nvSpPr>
          <p:spPr>
            <a:xfrm>
              <a:off x="9119419" y="0"/>
              <a:ext cx="1369059" cy="3493452"/>
            </a:xfrm>
            <a:custGeom>
              <a:avLst/>
              <a:gdLst>
                <a:gd name="connsiteX0" fmla="*/ 0 w 1369059"/>
                <a:gd name="connsiteY0" fmla="*/ 0 h 3493452"/>
                <a:gd name="connsiteX1" fmla="*/ 1369060 w 1369059"/>
                <a:gd name="connsiteY1" fmla="*/ 3493453 h 3493452"/>
                <a:gd name="connsiteX2" fmla="*/ 452755 w 1369059"/>
                <a:gd name="connsiteY2" fmla="*/ 0 h 3493452"/>
                <a:gd name="connsiteX3" fmla="*/ 0 w 1369059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059" h="3493452">
                  <a:moveTo>
                    <a:pt x="0" y="0"/>
                  </a:moveTo>
                  <a:lnTo>
                    <a:pt x="1369060" y="3493453"/>
                  </a:lnTo>
                  <a:lnTo>
                    <a:pt x="45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CA0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4530221-7573-6728-6902-AE3BCFD1B788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895350 w 916305"/>
                <a:gd name="connsiteY0" fmla="*/ 0 h 3493452"/>
                <a:gd name="connsiteX1" fmla="*/ 916305 w 916305"/>
                <a:gd name="connsiteY1" fmla="*/ 3493453 h 3493452"/>
                <a:gd name="connsiteX2" fmla="*/ 0 w 916305"/>
                <a:gd name="connsiteY2" fmla="*/ 0 h 3493452"/>
                <a:gd name="connsiteX3" fmla="*/ 89535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895350" y="0"/>
                  </a:moveTo>
                  <a:lnTo>
                    <a:pt x="916305" y="3493453"/>
                  </a:lnTo>
                  <a:lnTo>
                    <a:pt x="0" y="0"/>
                  </a:lnTo>
                  <a:lnTo>
                    <a:pt x="895350" y="0"/>
                  </a:lnTo>
                  <a:close/>
                </a:path>
              </a:pathLst>
            </a:custGeom>
            <a:gradFill>
              <a:gsLst>
                <a:gs pos="20000">
                  <a:srgbClr val="C6EB00"/>
                </a:gs>
                <a:gs pos="20000">
                  <a:srgbClr val="C6EB00">
                    <a:alpha val="89804"/>
                  </a:srgbClr>
                </a:gs>
                <a:gs pos="40000">
                  <a:srgbClr val="C6EB00">
                    <a:alpha val="69804"/>
                  </a:srgbClr>
                </a:gs>
                <a:gs pos="70000">
                  <a:srgbClr val="C6EB00">
                    <a:alpha val="29804"/>
                  </a:srgbClr>
                </a:gs>
                <a:gs pos="90000">
                  <a:srgbClr val="C6EB00">
                    <a:alpha val="0"/>
                  </a:srgbClr>
                </a:gs>
              </a:gsLst>
              <a:lin ang="21210000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305A30F-4210-E96A-694A-6E516693D43F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0 w 2343784"/>
                <a:gd name="connsiteY0" fmla="*/ 3493453 h 3493452"/>
                <a:gd name="connsiteX1" fmla="*/ 521335 w 2343784"/>
                <a:gd name="connsiteY1" fmla="*/ 0 h 3493452"/>
                <a:gd name="connsiteX2" fmla="*/ 2343785 w 2343784"/>
                <a:gd name="connsiteY2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43784" h="3493452">
                  <a:moveTo>
                    <a:pt x="0" y="3493453"/>
                  </a:moveTo>
                  <a:lnTo>
                    <a:pt x="521335" y="0"/>
                  </a:lnTo>
                  <a:lnTo>
                    <a:pt x="2343785" y="0"/>
                  </a:lnTo>
                </a:path>
              </a:pathLst>
            </a:custGeom>
            <a:solidFill>
              <a:srgbClr val="0EAFE0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CFBB89E-BEBC-7CD6-1982-E69C64F41F3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9CBB3D-10AB-900E-DDFF-874DC2105612}"/>
                </a:ext>
              </a:extLst>
            </p:cNvPr>
            <p:cNvSpPr/>
            <p:nvPr/>
          </p:nvSpPr>
          <p:spPr>
            <a:xfrm>
              <a:off x="10488479" y="0"/>
              <a:ext cx="2343784" cy="3493452"/>
            </a:xfrm>
            <a:custGeom>
              <a:avLst/>
              <a:gdLst>
                <a:gd name="connsiteX0" fmla="*/ 2343785 w 2343784"/>
                <a:gd name="connsiteY0" fmla="*/ 0 h 3493452"/>
                <a:gd name="connsiteX1" fmla="*/ 0 w 2343784"/>
                <a:gd name="connsiteY1" fmla="*/ 3493453 h 3493452"/>
                <a:gd name="connsiteX2" fmla="*/ 1507490 w 2343784"/>
                <a:gd name="connsiteY2" fmla="*/ 0 h 3493452"/>
                <a:gd name="connsiteX3" fmla="*/ 2343785 w 2343784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784" h="3493452">
                  <a:moveTo>
                    <a:pt x="234378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2343785" y="0"/>
                  </a:lnTo>
                  <a:close/>
                </a:path>
              </a:pathLst>
            </a:custGeom>
            <a:gradFill>
              <a:gsLst>
                <a:gs pos="24000">
                  <a:srgbClr val="3ECAFB">
                    <a:alpha val="0"/>
                  </a:srgbClr>
                </a:gs>
                <a:gs pos="47000">
                  <a:srgbClr val="188EEA"/>
                </a:gs>
                <a:gs pos="57000">
                  <a:srgbClr val="0068DF"/>
                </a:gs>
              </a:gsLst>
              <a:lin ang="198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26ADC2-0154-7098-07BA-C7D05E711BEB}"/>
                </a:ext>
              </a:extLst>
            </p:cNvPr>
            <p:cNvSpPr/>
            <p:nvPr/>
          </p:nvSpPr>
          <p:spPr>
            <a:xfrm>
              <a:off x="10488479" y="0"/>
              <a:ext cx="1231265" cy="3493452"/>
            </a:xfrm>
            <a:custGeom>
              <a:avLst/>
              <a:gdLst>
                <a:gd name="connsiteX0" fmla="*/ 824547 w 1231265"/>
                <a:gd name="connsiteY0" fmla="*/ 0 h 3493452"/>
                <a:gd name="connsiteX1" fmla="*/ 0 w 1231265"/>
                <a:gd name="connsiteY1" fmla="*/ 3493453 h 3493452"/>
                <a:gd name="connsiteX2" fmla="*/ 1231265 w 1231265"/>
                <a:gd name="connsiteY2" fmla="*/ 0 h 3493452"/>
                <a:gd name="connsiteX3" fmla="*/ 824547 w 123126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265" h="3493452">
                  <a:moveTo>
                    <a:pt x="824547" y="0"/>
                  </a:moveTo>
                  <a:lnTo>
                    <a:pt x="0" y="3493453"/>
                  </a:lnTo>
                  <a:lnTo>
                    <a:pt x="1231265" y="0"/>
                  </a:lnTo>
                  <a:lnTo>
                    <a:pt x="824547" y="0"/>
                  </a:lnTo>
                  <a:close/>
                </a:path>
              </a:pathLst>
            </a:custGeom>
            <a:solidFill>
              <a:srgbClr val="1F7AE3">
                <a:alpha val="60000"/>
              </a:srgbClr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AF1836-38F3-443A-FF5B-C263972B1EE7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542290 w 542290"/>
                <a:gd name="connsiteY0" fmla="*/ 0 h 3493452"/>
                <a:gd name="connsiteX1" fmla="*/ 20955 w 542290"/>
                <a:gd name="connsiteY1" fmla="*/ 3493453 h 3493452"/>
                <a:gd name="connsiteX2" fmla="*/ 0 w 542290"/>
                <a:gd name="connsiteY2" fmla="*/ 0 h 3493452"/>
                <a:gd name="connsiteX3" fmla="*/ 54229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542290" y="0"/>
                  </a:moveTo>
                  <a:lnTo>
                    <a:pt x="20955" y="3493453"/>
                  </a:lnTo>
                  <a:lnTo>
                    <a:pt x="0" y="0"/>
                  </a:lnTo>
                  <a:lnTo>
                    <a:pt x="542290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D3A5C3A-736D-166F-F645-3728D9FA9DAA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76DB"/>
                </a:gs>
                <a:gs pos="50000">
                  <a:srgbClr val="2A9FED"/>
                </a:gs>
                <a:gs pos="100000">
                  <a:srgbClr val="54C8FF"/>
                </a:gs>
              </a:gsLst>
              <a:lin ang="20920988" scaled="1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832D2AC5-692E-3B83-F7EA-7B73246FBF79}"/>
                </a:ext>
              </a:extLst>
            </p:cNvPr>
            <p:cNvSpPr/>
            <p:nvPr/>
          </p:nvSpPr>
          <p:spPr>
            <a:xfrm>
              <a:off x="10467524" y="0"/>
              <a:ext cx="542290" cy="3493452"/>
            </a:xfrm>
            <a:custGeom>
              <a:avLst/>
              <a:gdLst>
                <a:gd name="connsiteX0" fmla="*/ 0 w 542290"/>
                <a:gd name="connsiteY0" fmla="*/ 0 h 3493452"/>
                <a:gd name="connsiteX1" fmla="*/ 20955 w 542290"/>
                <a:gd name="connsiteY1" fmla="*/ 3493453 h 3493452"/>
                <a:gd name="connsiteX2" fmla="*/ 542290 w 542290"/>
                <a:gd name="connsiteY2" fmla="*/ 0 h 3493452"/>
                <a:gd name="connsiteX3" fmla="*/ 0 w 5422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290" h="3493452">
                  <a:moveTo>
                    <a:pt x="0" y="0"/>
                  </a:moveTo>
                  <a:lnTo>
                    <a:pt x="20955" y="3493453"/>
                  </a:lnTo>
                  <a:lnTo>
                    <a:pt x="54229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8081749-69BF-173A-EB05-9EEF258EE2B0}"/>
                </a:ext>
              </a:extLst>
            </p:cNvPr>
            <p:cNvSpPr/>
            <p:nvPr/>
          </p:nvSpPr>
          <p:spPr>
            <a:xfrm>
              <a:off x="9572174" y="0"/>
              <a:ext cx="916305" cy="3493452"/>
            </a:xfrm>
            <a:custGeom>
              <a:avLst/>
              <a:gdLst>
                <a:gd name="connsiteX0" fmla="*/ 0 w 916305"/>
                <a:gd name="connsiteY0" fmla="*/ 0 h 3493452"/>
                <a:gd name="connsiteX1" fmla="*/ 916305 w 916305"/>
                <a:gd name="connsiteY1" fmla="*/ 3493453 h 3493452"/>
                <a:gd name="connsiteX2" fmla="*/ 895350 w 916305"/>
                <a:gd name="connsiteY2" fmla="*/ 0 h 3493452"/>
                <a:gd name="connsiteX3" fmla="*/ 0 w 916305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305" h="3493452">
                  <a:moveTo>
                    <a:pt x="0" y="0"/>
                  </a:moveTo>
                  <a:lnTo>
                    <a:pt x="916305" y="3493453"/>
                  </a:lnTo>
                  <a:lnTo>
                    <a:pt x="89535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C6EB00"/>
                </a:gs>
                <a:gs pos="54000">
                  <a:srgbClr val="B7D742"/>
                </a:gs>
                <a:gs pos="80000">
                  <a:srgbClr val="5DCAD3"/>
                </a:gs>
                <a:gs pos="100000">
                  <a:srgbClr val="49C8F5"/>
                </a:gs>
              </a:gsLst>
              <a:lin ang="20940000" scaled="0"/>
            </a:gra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2098DD5-2AFE-2F89-353D-97173AC45973}"/>
                </a:ext>
              </a:extLst>
            </p:cNvPr>
            <p:cNvSpPr/>
            <p:nvPr/>
          </p:nvSpPr>
          <p:spPr>
            <a:xfrm>
              <a:off x="10488479" y="0"/>
              <a:ext cx="824547" cy="3493452"/>
            </a:xfrm>
            <a:custGeom>
              <a:avLst/>
              <a:gdLst>
                <a:gd name="connsiteX0" fmla="*/ 521335 w 824547"/>
                <a:gd name="connsiteY0" fmla="*/ 0 h 3493452"/>
                <a:gd name="connsiteX1" fmla="*/ 0 w 824547"/>
                <a:gd name="connsiteY1" fmla="*/ 3493453 h 3493452"/>
                <a:gd name="connsiteX2" fmla="*/ 824547 w 824547"/>
                <a:gd name="connsiteY2" fmla="*/ 0 h 3493452"/>
                <a:gd name="connsiteX3" fmla="*/ 521335 w 824547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547" h="3493452">
                  <a:moveTo>
                    <a:pt x="521335" y="0"/>
                  </a:moveTo>
                  <a:lnTo>
                    <a:pt x="0" y="3493453"/>
                  </a:lnTo>
                  <a:lnTo>
                    <a:pt x="824547" y="0"/>
                  </a:lnTo>
                  <a:lnTo>
                    <a:pt x="52133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2CF7D6-9028-349C-9BDD-0D0AB6CA72C0}"/>
                </a:ext>
              </a:extLst>
            </p:cNvPr>
            <p:cNvSpPr/>
            <p:nvPr/>
          </p:nvSpPr>
          <p:spPr>
            <a:xfrm>
              <a:off x="10488479" y="0"/>
              <a:ext cx="1507490" cy="3493452"/>
            </a:xfrm>
            <a:custGeom>
              <a:avLst/>
              <a:gdLst>
                <a:gd name="connsiteX0" fmla="*/ 1231265 w 1507490"/>
                <a:gd name="connsiteY0" fmla="*/ 0 h 3493452"/>
                <a:gd name="connsiteX1" fmla="*/ 0 w 1507490"/>
                <a:gd name="connsiteY1" fmla="*/ 3493453 h 3493452"/>
                <a:gd name="connsiteX2" fmla="*/ 1507490 w 1507490"/>
                <a:gd name="connsiteY2" fmla="*/ 0 h 3493452"/>
                <a:gd name="connsiteX3" fmla="*/ 1231265 w 1507490"/>
                <a:gd name="connsiteY3" fmla="*/ 0 h 34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7490" h="3493452">
                  <a:moveTo>
                    <a:pt x="1231265" y="0"/>
                  </a:moveTo>
                  <a:lnTo>
                    <a:pt x="0" y="3493453"/>
                  </a:lnTo>
                  <a:lnTo>
                    <a:pt x="1507490" y="0"/>
                  </a:lnTo>
                  <a:lnTo>
                    <a:pt x="1231265" y="0"/>
                  </a:lnTo>
                  <a:close/>
                </a:path>
              </a:pathLst>
            </a:custGeom>
            <a:solidFill>
              <a:srgbClr val="3ECAFB"/>
            </a:solidFill>
            <a:ln w="22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" name="Graphic 57">
              <a:extLst>
                <a:ext uri="{FF2B5EF4-FFF2-40B4-BE49-F238E27FC236}">
                  <a16:creationId xmlns:a16="http://schemas.microsoft.com/office/drawing/2014/main" id="{C4FC5CAF-4688-232A-6992-3DBA4628B5E0}"/>
                </a:ext>
              </a:extLst>
            </p:cNvPr>
            <p:cNvGrpSpPr/>
            <p:nvPr/>
          </p:nvGrpSpPr>
          <p:grpSpPr>
            <a:xfrm>
              <a:off x="9375642" y="3493452"/>
              <a:ext cx="3550284" cy="3364547"/>
              <a:chOff x="12299315" y="3493452"/>
              <a:chExt cx="3550284" cy="3364547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E70998FF-F0A7-FC66-8E62-1A96657E7F98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3550284" cy="3364547"/>
              </a:xfrm>
              <a:custGeom>
                <a:avLst/>
                <a:gdLst>
                  <a:gd name="connsiteX0" fmla="*/ 1112838 w 3550284"/>
                  <a:gd name="connsiteY0" fmla="*/ 0 h 3364547"/>
                  <a:gd name="connsiteX1" fmla="*/ 3550285 w 3550284"/>
                  <a:gd name="connsiteY1" fmla="*/ 879475 h 3364547"/>
                  <a:gd name="connsiteX2" fmla="*/ 3550285 w 3550284"/>
                  <a:gd name="connsiteY2" fmla="*/ 3364547 h 3364547"/>
                  <a:gd name="connsiteX3" fmla="*/ 0 w 3550284"/>
                  <a:gd name="connsiteY3" fmla="*/ 3364547 h 3364547"/>
                  <a:gd name="connsiteX4" fmla="*/ 1112838 w 3550284"/>
                  <a:gd name="connsiteY4" fmla="*/ 0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0284" h="3364547">
                    <a:moveTo>
                      <a:pt x="1112838" y="0"/>
                    </a:moveTo>
                    <a:lnTo>
                      <a:pt x="3550285" y="879475"/>
                    </a:lnTo>
                    <a:lnTo>
                      <a:pt x="3550285" y="3364547"/>
                    </a:lnTo>
                    <a:lnTo>
                      <a:pt x="0" y="3364547"/>
                    </a:lnTo>
                    <a:lnTo>
                      <a:pt x="1112838" y="0"/>
                    </a:lnTo>
                    <a:close/>
                  </a:path>
                </a:pathLst>
              </a:custGeom>
              <a:solidFill>
                <a:srgbClr val="FF9A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3BA8CEE-0385-A6F0-44A6-C607C3E975A5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solidFill>
                <a:srgbClr val="FFD800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B30A002-E800-2FFC-B6EF-4F4F723C5090}"/>
                  </a:ext>
                </a:extLst>
              </p:cNvPr>
              <p:cNvSpPr/>
              <p:nvPr/>
            </p:nvSpPr>
            <p:spPr>
              <a:xfrm>
                <a:off x="13242607" y="3493452"/>
                <a:ext cx="1357312" cy="3364547"/>
              </a:xfrm>
              <a:custGeom>
                <a:avLst/>
                <a:gdLst>
                  <a:gd name="connsiteX0" fmla="*/ 0 w 1357312"/>
                  <a:gd name="connsiteY0" fmla="*/ 3364547 h 3364547"/>
                  <a:gd name="connsiteX1" fmla="*/ 169545 w 1357312"/>
                  <a:gd name="connsiteY1" fmla="*/ 0 h 3364547"/>
                  <a:gd name="connsiteX2" fmla="*/ 1357313 w 1357312"/>
                  <a:gd name="connsiteY2" fmla="*/ 3364547 h 3364547"/>
                  <a:gd name="connsiteX3" fmla="*/ 0 w 1357312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312" h="3364547">
                    <a:moveTo>
                      <a:pt x="0" y="3364547"/>
                    </a:moveTo>
                    <a:lnTo>
                      <a:pt x="169545" y="0"/>
                    </a:lnTo>
                    <a:lnTo>
                      <a:pt x="1357313" y="3364547"/>
                    </a:lnTo>
                    <a:lnTo>
                      <a:pt x="0" y="3364547"/>
                    </a:lnTo>
                    <a:close/>
                  </a:path>
                </a:pathLst>
              </a:custGeom>
              <a:gradFill>
                <a:gsLst>
                  <a:gs pos="20000">
                    <a:srgbClr val="FF7400"/>
                  </a:gs>
                  <a:gs pos="20000">
                    <a:srgbClr val="FF7F15">
                      <a:alpha val="89804"/>
                    </a:srgbClr>
                  </a:gs>
                  <a:gs pos="40000">
                    <a:srgbClr val="FF9E4D">
                      <a:alpha val="69804"/>
                    </a:srgbClr>
                  </a:gs>
                  <a:gs pos="70000">
                    <a:srgbClr val="FFCFA6">
                      <a:alpha val="29804"/>
                    </a:srgbClr>
                  </a:gs>
                  <a:gs pos="90000">
                    <a:srgbClr val="FFFFFF">
                      <a:alpha val="0"/>
                    </a:srgbClr>
                  </a:gs>
                </a:gsLst>
                <a:lin ang="21066000" scaled="1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49FD7AD-6741-92FD-F2D4-ADDFCB1E8984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834707" cy="3364547"/>
              </a:xfrm>
              <a:custGeom>
                <a:avLst/>
                <a:gdLst>
                  <a:gd name="connsiteX0" fmla="*/ 834707 w 834707"/>
                  <a:gd name="connsiteY0" fmla="*/ 3364547 h 3364547"/>
                  <a:gd name="connsiteX1" fmla="*/ 0 w 834707"/>
                  <a:gd name="connsiteY1" fmla="*/ 0 h 3364547"/>
                  <a:gd name="connsiteX2" fmla="*/ 641032 w 834707"/>
                  <a:gd name="connsiteY2" fmla="*/ 3364547 h 3364547"/>
                  <a:gd name="connsiteX3" fmla="*/ 834707 w 83470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4707" h="3364547">
                    <a:moveTo>
                      <a:pt x="834707" y="3364547"/>
                    </a:moveTo>
                    <a:lnTo>
                      <a:pt x="0" y="0"/>
                    </a:lnTo>
                    <a:lnTo>
                      <a:pt x="641032" y="3364547"/>
                    </a:lnTo>
                    <a:lnTo>
                      <a:pt x="834707" y="3364547"/>
                    </a:lnTo>
                    <a:close/>
                  </a:path>
                </a:pathLst>
              </a:custGeom>
              <a:solidFill>
                <a:srgbClr val="FFD800">
                  <a:alpha val="40000"/>
                </a:srgbClr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C3489775-C831-B62B-F3F1-FE81AEE78845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1816417" cy="3364547"/>
              </a:xfrm>
              <a:custGeom>
                <a:avLst/>
                <a:gdLst>
                  <a:gd name="connsiteX0" fmla="*/ 1816417 w 1816417"/>
                  <a:gd name="connsiteY0" fmla="*/ 3364547 h 3364547"/>
                  <a:gd name="connsiteX1" fmla="*/ 0 w 1816417"/>
                  <a:gd name="connsiteY1" fmla="*/ 0 h 3364547"/>
                  <a:gd name="connsiteX2" fmla="*/ 1187767 w 1816417"/>
                  <a:gd name="connsiteY2" fmla="*/ 3364547 h 3364547"/>
                  <a:gd name="connsiteX3" fmla="*/ 1816417 w 181641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641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118776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FBE244A9-E1B3-7502-C592-65FD5B14AB4B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3364547"/>
              </a:xfrm>
              <a:custGeom>
                <a:avLst/>
                <a:gdLst>
                  <a:gd name="connsiteX0" fmla="*/ 1816417 w 2437447"/>
                  <a:gd name="connsiteY0" fmla="*/ 3364547 h 3364547"/>
                  <a:gd name="connsiteX1" fmla="*/ 0 w 2437447"/>
                  <a:gd name="connsiteY1" fmla="*/ 0 h 3364547"/>
                  <a:gd name="connsiteX2" fmla="*/ 2437447 w 2437447"/>
                  <a:gd name="connsiteY2" fmla="*/ 2812732 h 3364547"/>
                  <a:gd name="connsiteX3" fmla="*/ 2437447 w 2437447"/>
                  <a:gd name="connsiteY3" fmla="*/ 3364547 h 3364547"/>
                  <a:gd name="connsiteX4" fmla="*/ 1816417 w 2437447"/>
                  <a:gd name="connsiteY4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7447" h="3364547">
                    <a:moveTo>
                      <a:pt x="1816417" y="3364547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3364547"/>
                    </a:lnTo>
                    <a:lnTo>
                      <a:pt x="1816417" y="3364547"/>
                    </a:lnTo>
                    <a:close/>
                  </a:path>
                </a:pathLst>
              </a:custGeom>
              <a:gradFill>
                <a:gsLst>
                  <a:gs pos="44000">
                    <a:srgbClr val="FF9A00"/>
                  </a:gs>
                  <a:gs pos="57000">
                    <a:srgbClr val="FF7400">
                      <a:alpha val="89804"/>
                    </a:srgbClr>
                  </a:gs>
                </a:gsLst>
                <a:lin ang="1956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33B9AA1-6F8F-0117-7EF5-54D4ACDB7231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2812732"/>
              </a:xfrm>
              <a:custGeom>
                <a:avLst/>
                <a:gdLst>
                  <a:gd name="connsiteX0" fmla="*/ 2437447 w 2437447"/>
                  <a:gd name="connsiteY0" fmla="*/ 1587182 h 2812732"/>
                  <a:gd name="connsiteX1" fmla="*/ 0 w 2437447"/>
                  <a:gd name="connsiteY1" fmla="*/ 0 h 2812732"/>
                  <a:gd name="connsiteX2" fmla="*/ 2437447 w 2437447"/>
                  <a:gd name="connsiteY2" fmla="*/ 2812732 h 2812732"/>
                  <a:gd name="connsiteX3" fmla="*/ 2437447 w 2437447"/>
                  <a:gd name="connsiteY3" fmla="*/ 1587182 h 28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2812732">
                    <a:moveTo>
                      <a:pt x="2437447" y="1587182"/>
                    </a:moveTo>
                    <a:lnTo>
                      <a:pt x="0" y="0"/>
                    </a:lnTo>
                    <a:lnTo>
                      <a:pt x="2437447" y="2812732"/>
                    </a:lnTo>
                    <a:lnTo>
                      <a:pt x="2437447" y="1587182"/>
                    </a:lnTo>
                    <a:close/>
                  </a:path>
                </a:pathLst>
              </a:custGeom>
              <a:gradFill>
                <a:gsLst>
                  <a:gs pos="54000">
                    <a:srgbClr val="FF9A00"/>
                  </a:gs>
                  <a:gs pos="64000">
                    <a:srgbClr val="FF7E00"/>
                  </a:gs>
                </a:gsLst>
                <a:lin ang="1890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C31BCF2-3799-BEFE-670D-06F6F4301A0A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D1F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71EA46D-6F7E-63F7-02CD-693E71E0E5EC}"/>
                  </a:ext>
                </a:extLst>
              </p:cNvPr>
              <p:cNvSpPr/>
              <p:nvPr/>
            </p:nvSpPr>
            <p:spPr>
              <a:xfrm>
                <a:off x="13412152" y="3493452"/>
                <a:ext cx="2437447" cy="1587182"/>
              </a:xfrm>
              <a:custGeom>
                <a:avLst/>
                <a:gdLst>
                  <a:gd name="connsiteX0" fmla="*/ 2437447 w 2437447"/>
                  <a:gd name="connsiteY0" fmla="*/ 879475 h 1587182"/>
                  <a:gd name="connsiteX1" fmla="*/ 0 w 2437447"/>
                  <a:gd name="connsiteY1" fmla="*/ 0 h 1587182"/>
                  <a:gd name="connsiteX2" fmla="*/ 2437447 w 2437447"/>
                  <a:gd name="connsiteY2" fmla="*/ 1587182 h 1587182"/>
                  <a:gd name="connsiteX3" fmla="*/ 2437447 w 2437447"/>
                  <a:gd name="connsiteY3" fmla="*/ 879475 h 158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37447" h="1587182">
                    <a:moveTo>
                      <a:pt x="2437447" y="879475"/>
                    </a:moveTo>
                    <a:lnTo>
                      <a:pt x="0" y="0"/>
                    </a:lnTo>
                    <a:lnTo>
                      <a:pt x="2437447" y="1587182"/>
                    </a:lnTo>
                    <a:lnTo>
                      <a:pt x="2437447" y="879475"/>
                    </a:lnTo>
                    <a:close/>
                  </a:path>
                </a:pathLst>
              </a:custGeom>
              <a:solidFill>
                <a:srgbClr val="FFDA1B"/>
              </a:soli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1BFF8C1-CC60-B92E-553D-C9F448B62B40}"/>
                  </a:ext>
                </a:extLst>
              </p:cNvPr>
              <p:cNvSpPr/>
              <p:nvPr/>
            </p:nvSpPr>
            <p:spPr>
              <a:xfrm>
                <a:off x="12299315" y="3493452"/>
                <a:ext cx="1112837" cy="3364547"/>
              </a:xfrm>
              <a:custGeom>
                <a:avLst/>
                <a:gdLst>
                  <a:gd name="connsiteX0" fmla="*/ 943292 w 1112837"/>
                  <a:gd name="connsiteY0" fmla="*/ 3364547 h 3364547"/>
                  <a:gd name="connsiteX1" fmla="*/ 1112838 w 1112837"/>
                  <a:gd name="connsiteY1" fmla="*/ 0 h 3364547"/>
                  <a:gd name="connsiteX2" fmla="*/ 0 w 1112837"/>
                  <a:gd name="connsiteY2" fmla="*/ 3364547 h 3364547"/>
                  <a:gd name="connsiteX3" fmla="*/ 943292 w 1112837"/>
                  <a:gd name="connsiteY3" fmla="*/ 3364547 h 3364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2837" h="3364547">
                    <a:moveTo>
                      <a:pt x="943292" y="3364547"/>
                    </a:moveTo>
                    <a:lnTo>
                      <a:pt x="1112838" y="0"/>
                    </a:lnTo>
                    <a:lnTo>
                      <a:pt x="0" y="3364547"/>
                    </a:lnTo>
                    <a:lnTo>
                      <a:pt x="943292" y="3364547"/>
                    </a:lnTo>
                    <a:close/>
                  </a:path>
                </a:pathLst>
              </a:custGeom>
              <a:gradFill>
                <a:gsLst>
                  <a:gs pos="0">
                    <a:srgbClr val="FF8700"/>
                  </a:gs>
                  <a:gs pos="16000">
                    <a:srgbClr val="FF7400">
                      <a:alpha val="0"/>
                    </a:srgbClr>
                  </a:gs>
                  <a:gs pos="32000">
                    <a:srgbClr val="FF7400">
                      <a:alpha val="49804"/>
                    </a:srgbClr>
                  </a:gs>
                  <a:gs pos="58000">
                    <a:srgbClr val="FF7400">
                      <a:alpha val="89804"/>
                    </a:srgbClr>
                  </a:gs>
                </a:gsLst>
                <a:lin ang="11580000" scaled="0"/>
              </a:gradFill>
              <a:ln w="22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24E62A-A266-449D-644F-E0FCFEE9BBBC}"/>
              </a:ext>
            </a:extLst>
          </p:cNvPr>
          <p:cNvGrpSpPr/>
          <p:nvPr userDrawn="1"/>
        </p:nvGrpSpPr>
        <p:grpSpPr>
          <a:xfrm>
            <a:off x="1329004" y="2629430"/>
            <a:ext cx="5566813" cy="1018700"/>
            <a:chOff x="1329004" y="2629430"/>
            <a:chExt cx="5566813" cy="1018700"/>
          </a:xfrm>
        </p:grpSpPr>
        <p:grpSp>
          <p:nvGrpSpPr>
            <p:cNvPr id="4" name="Graphic 1">
              <a:extLst>
                <a:ext uri="{FF2B5EF4-FFF2-40B4-BE49-F238E27FC236}">
                  <a16:creationId xmlns:a16="http://schemas.microsoft.com/office/drawing/2014/main" id="{7BD040A0-6EB2-4625-2A1C-25C6FC668768}"/>
                </a:ext>
              </a:extLst>
            </p:cNvPr>
            <p:cNvGrpSpPr/>
            <p:nvPr userDrawn="1"/>
          </p:nvGrpSpPr>
          <p:grpSpPr>
            <a:xfrm>
              <a:off x="4783656" y="2681524"/>
              <a:ext cx="2112161" cy="966606"/>
              <a:chOff x="4783656" y="2681524"/>
              <a:chExt cx="2112161" cy="966606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F4C5BEF-4063-7196-2616-4FE90F82CD7D}"/>
                  </a:ext>
                </a:extLst>
              </p:cNvPr>
              <p:cNvSpPr/>
              <p:nvPr/>
            </p:nvSpPr>
            <p:spPr>
              <a:xfrm>
                <a:off x="4784665" y="2721924"/>
                <a:ext cx="249588" cy="328013"/>
              </a:xfrm>
              <a:custGeom>
                <a:avLst/>
                <a:gdLst>
                  <a:gd name="connsiteX0" fmla="*/ 231723 w 249588"/>
                  <a:gd name="connsiteY0" fmla="*/ 187492 h 328013"/>
                  <a:gd name="connsiteX1" fmla="*/ 249588 w 249588"/>
                  <a:gd name="connsiteY1" fmla="*/ 239179 h 328013"/>
                  <a:gd name="connsiteX2" fmla="*/ 236670 w 249588"/>
                  <a:gd name="connsiteY2" fmla="*/ 285467 h 328013"/>
                  <a:gd name="connsiteX3" fmla="*/ 199313 w 249588"/>
                  <a:gd name="connsiteY3" fmla="*/ 316727 h 328013"/>
                  <a:gd name="connsiteX4" fmla="*/ 141488 w 249588"/>
                  <a:gd name="connsiteY4" fmla="*/ 328014 h 328013"/>
                  <a:gd name="connsiteX5" fmla="*/ 0 w 249588"/>
                  <a:gd name="connsiteY5" fmla="*/ 328014 h 328013"/>
                  <a:gd name="connsiteX6" fmla="*/ 0 w 249588"/>
                  <a:gd name="connsiteY6" fmla="*/ 0 h 328013"/>
                  <a:gd name="connsiteX7" fmla="*/ 135402 w 249588"/>
                  <a:gd name="connsiteY7" fmla="*/ 0 h 328013"/>
                  <a:gd name="connsiteX8" fmla="*/ 193000 w 249588"/>
                  <a:gd name="connsiteY8" fmla="*/ 10799 h 328013"/>
                  <a:gd name="connsiteX9" fmla="*/ 229673 w 249588"/>
                  <a:gd name="connsiteY9" fmla="*/ 40888 h 328013"/>
                  <a:gd name="connsiteX10" fmla="*/ 242137 w 249588"/>
                  <a:gd name="connsiteY10" fmla="*/ 84573 h 328013"/>
                  <a:gd name="connsiteX11" fmla="*/ 226875 w 249588"/>
                  <a:gd name="connsiteY11" fmla="*/ 132520 h 328013"/>
                  <a:gd name="connsiteX12" fmla="*/ 186199 w 249588"/>
                  <a:gd name="connsiteY12" fmla="*/ 159778 h 328013"/>
                  <a:gd name="connsiteX13" fmla="*/ 231788 w 249588"/>
                  <a:gd name="connsiteY13" fmla="*/ 187492 h 328013"/>
                  <a:gd name="connsiteX14" fmla="*/ 65798 w 249588"/>
                  <a:gd name="connsiteY14" fmla="*/ 135317 h 328013"/>
                  <a:gd name="connsiteX15" fmla="*/ 125966 w 249588"/>
                  <a:gd name="connsiteY15" fmla="*/ 135317 h 328013"/>
                  <a:gd name="connsiteX16" fmla="*/ 162151 w 249588"/>
                  <a:gd name="connsiteY16" fmla="*/ 124745 h 328013"/>
                  <a:gd name="connsiteX17" fmla="*/ 174842 w 249588"/>
                  <a:gd name="connsiteY17" fmla="*/ 94429 h 328013"/>
                  <a:gd name="connsiteX18" fmla="*/ 162151 w 249588"/>
                  <a:gd name="connsiteY18" fmla="*/ 63885 h 328013"/>
                  <a:gd name="connsiteX19" fmla="*/ 125966 w 249588"/>
                  <a:gd name="connsiteY19" fmla="*/ 53086 h 328013"/>
                  <a:gd name="connsiteX20" fmla="*/ 65798 w 249588"/>
                  <a:gd name="connsiteY20" fmla="*/ 53086 h 328013"/>
                  <a:gd name="connsiteX21" fmla="*/ 65798 w 249588"/>
                  <a:gd name="connsiteY21" fmla="*/ 135317 h 328013"/>
                  <a:gd name="connsiteX22" fmla="*/ 169440 w 249588"/>
                  <a:gd name="connsiteY22" fmla="*/ 263153 h 328013"/>
                  <a:gd name="connsiteX23" fmla="*/ 182847 w 249588"/>
                  <a:gd name="connsiteY23" fmla="*/ 231210 h 328013"/>
                  <a:gd name="connsiteX24" fmla="*/ 168757 w 249588"/>
                  <a:gd name="connsiteY24" fmla="*/ 198064 h 328013"/>
                  <a:gd name="connsiteX25" fmla="*/ 130684 w 249588"/>
                  <a:gd name="connsiteY25" fmla="*/ 186094 h 328013"/>
                  <a:gd name="connsiteX26" fmla="*/ 65798 w 249588"/>
                  <a:gd name="connsiteY26" fmla="*/ 186094 h 328013"/>
                  <a:gd name="connsiteX27" fmla="*/ 65798 w 249588"/>
                  <a:gd name="connsiteY27" fmla="*/ 274440 h 328013"/>
                  <a:gd name="connsiteX28" fmla="*/ 132083 w 249588"/>
                  <a:gd name="connsiteY28" fmla="*/ 274440 h 328013"/>
                  <a:gd name="connsiteX29" fmla="*/ 169473 w 249588"/>
                  <a:gd name="connsiteY29" fmla="*/ 263153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9588" h="328013">
                    <a:moveTo>
                      <a:pt x="231723" y="187492"/>
                    </a:moveTo>
                    <a:cubicBezTo>
                      <a:pt x="243633" y="202520"/>
                      <a:pt x="249588" y="219760"/>
                      <a:pt x="249588" y="239179"/>
                    </a:cubicBezTo>
                    <a:cubicBezTo>
                      <a:pt x="249588" y="256712"/>
                      <a:pt x="245260" y="272163"/>
                      <a:pt x="236670" y="285467"/>
                    </a:cubicBezTo>
                    <a:cubicBezTo>
                      <a:pt x="228046" y="298771"/>
                      <a:pt x="215583" y="309213"/>
                      <a:pt x="199313" y="316727"/>
                    </a:cubicBezTo>
                    <a:cubicBezTo>
                      <a:pt x="183010" y="324241"/>
                      <a:pt x="163745" y="328014"/>
                      <a:pt x="141488" y="328014"/>
                    </a:cubicBezTo>
                    <a:lnTo>
                      <a:pt x="0" y="328014"/>
                    </a:lnTo>
                    <a:lnTo>
                      <a:pt x="0" y="0"/>
                    </a:lnTo>
                    <a:lnTo>
                      <a:pt x="135402" y="0"/>
                    </a:lnTo>
                    <a:cubicBezTo>
                      <a:pt x="157660" y="0"/>
                      <a:pt x="176859" y="3611"/>
                      <a:pt x="193000" y="10799"/>
                    </a:cubicBezTo>
                    <a:cubicBezTo>
                      <a:pt x="209140" y="18021"/>
                      <a:pt x="221376" y="28039"/>
                      <a:pt x="229673" y="40888"/>
                    </a:cubicBezTo>
                    <a:cubicBezTo>
                      <a:pt x="237971" y="53737"/>
                      <a:pt x="242137" y="68309"/>
                      <a:pt x="242137" y="84573"/>
                    </a:cubicBezTo>
                    <a:cubicBezTo>
                      <a:pt x="242137" y="103700"/>
                      <a:pt x="237027" y="119671"/>
                      <a:pt x="226875" y="132520"/>
                    </a:cubicBezTo>
                    <a:cubicBezTo>
                      <a:pt x="216689" y="145368"/>
                      <a:pt x="203120" y="154444"/>
                      <a:pt x="186199" y="159778"/>
                    </a:cubicBezTo>
                    <a:cubicBezTo>
                      <a:pt x="204682" y="163226"/>
                      <a:pt x="219878" y="172464"/>
                      <a:pt x="231788" y="187492"/>
                    </a:cubicBezTo>
                    <a:close/>
                    <a:moveTo>
                      <a:pt x="65798" y="135317"/>
                    </a:moveTo>
                    <a:lnTo>
                      <a:pt x="125966" y="135317"/>
                    </a:lnTo>
                    <a:cubicBezTo>
                      <a:pt x="141650" y="135317"/>
                      <a:pt x="153690" y="131804"/>
                      <a:pt x="162151" y="124745"/>
                    </a:cubicBezTo>
                    <a:cubicBezTo>
                      <a:pt x="170611" y="117687"/>
                      <a:pt x="174842" y="107603"/>
                      <a:pt x="174842" y="94429"/>
                    </a:cubicBezTo>
                    <a:cubicBezTo>
                      <a:pt x="174842" y="81255"/>
                      <a:pt x="170611" y="71107"/>
                      <a:pt x="162151" y="63885"/>
                    </a:cubicBezTo>
                    <a:cubicBezTo>
                      <a:pt x="153690" y="56697"/>
                      <a:pt x="141618" y="53086"/>
                      <a:pt x="125966" y="53086"/>
                    </a:cubicBezTo>
                    <a:lnTo>
                      <a:pt x="65798" y="53086"/>
                    </a:lnTo>
                    <a:lnTo>
                      <a:pt x="65798" y="135317"/>
                    </a:lnTo>
                    <a:close/>
                    <a:moveTo>
                      <a:pt x="169440" y="263153"/>
                    </a:moveTo>
                    <a:cubicBezTo>
                      <a:pt x="178356" y="255639"/>
                      <a:pt x="182847" y="245002"/>
                      <a:pt x="182847" y="231210"/>
                    </a:cubicBezTo>
                    <a:cubicBezTo>
                      <a:pt x="182847" y="217418"/>
                      <a:pt x="178161" y="206066"/>
                      <a:pt x="168757" y="198064"/>
                    </a:cubicBezTo>
                    <a:cubicBezTo>
                      <a:pt x="159352" y="190062"/>
                      <a:pt x="146661" y="186094"/>
                      <a:pt x="130684" y="186094"/>
                    </a:cubicBezTo>
                    <a:lnTo>
                      <a:pt x="65798" y="186094"/>
                    </a:lnTo>
                    <a:lnTo>
                      <a:pt x="65798" y="274440"/>
                    </a:lnTo>
                    <a:lnTo>
                      <a:pt x="132083" y="274440"/>
                    </a:lnTo>
                    <a:cubicBezTo>
                      <a:pt x="148061" y="274440"/>
                      <a:pt x="160524" y="270667"/>
                      <a:pt x="169473" y="26315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287635C-1119-D843-3975-6F586F93251F}"/>
                  </a:ext>
                </a:extLst>
              </p:cNvPr>
              <p:cNvSpPr/>
              <p:nvPr/>
            </p:nvSpPr>
            <p:spPr>
              <a:xfrm>
                <a:off x="5091590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70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F5F9BF8-02F2-0E91-3ADB-6D6288C484E6}"/>
                  </a:ext>
                </a:extLst>
              </p:cNvPr>
              <p:cNvSpPr/>
              <p:nvPr/>
            </p:nvSpPr>
            <p:spPr>
              <a:xfrm>
                <a:off x="5279188" y="2681524"/>
                <a:ext cx="80831" cy="368381"/>
              </a:xfrm>
              <a:custGeom>
                <a:avLst/>
                <a:gdLst>
                  <a:gd name="connsiteX0" fmla="*/ 11520 w 80831"/>
                  <a:gd name="connsiteY0" fmla="*/ 66000 h 368381"/>
                  <a:gd name="connsiteX1" fmla="*/ 0 w 80831"/>
                  <a:gd name="connsiteY1" fmla="*/ 38513 h 368381"/>
                  <a:gd name="connsiteX2" fmla="*/ 11520 w 80831"/>
                  <a:gd name="connsiteY2" fmla="*/ 11027 h 368381"/>
                  <a:gd name="connsiteX3" fmla="*/ 40416 w 80831"/>
                  <a:gd name="connsiteY3" fmla="*/ 0 h 368381"/>
                  <a:gd name="connsiteX4" fmla="*/ 69312 w 80831"/>
                  <a:gd name="connsiteY4" fmla="*/ 11027 h 368381"/>
                  <a:gd name="connsiteX5" fmla="*/ 80831 w 80831"/>
                  <a:gd name="connsiteY5" fmla="*/ 38513 h 368381"/>
                  <a:gd name="connsiteX6" fmla="*/ 69312 w 80831"/>
                  <a:gd name="connsiteY6" fmla="*/ 66000 h 368381"/>
                  <a:gd name="connsiteX7" fmla="*/ 40416 w 80831"/>
                  <a:gd name="connsiteY7" fmla="*/ 77059 h 368381"/>
                  <a:gd name="connsiteX8" fmla="*/ 11520 w 80831"/>
                  <a:gd name="connsiteY8" fmla="*/ 66000 h 368381"/>
                  <a:gd name="connsiteX9" fmla="*/ 72859 w 80831"/>
                  <a:gd name="connsiteY9" fmla="*/ 108058 h 368381"/>
                  <a:gd name="connsiteX10" fmla="*/ 72859 w 80831"/>
                  <a:gd name="connsiteY10" fmla="*/ 368381 h 368381"/>
                  <a:gd name="connsiteX11" fmla="*/ 7029 w 80831"/>
                  <a:gd name="connsiteY11" fmla="*/ 368381 h 368381"/>
                  <a:gd name="connsiteX12" fmla="*/ 7029 w 80831"/>
                  <a:gd name="connsiteY12" fmla="*/ 108058 h 368381"/>
                  <a:gd name="connsiteX13" fmla="*/ 72859 w 80831"/>
                  <a:gd name="connsiteY13" fmla="*/ 108058 h 36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831" h="368381">
                    <a:moveTo>
                      <a:pt x="11520" y="66000"/>
                    </a:moveTo>
                    <a:cubicBezTo>
                      <a:pt x="3840" y="58648"/>
                      <a:pt x="0" y="49475"/>
                      <a:pt x="0" y="38513"/>
                    </a:cubicBezTo>
                    <a:cubicBezTo>
                      <a:pt x="0" y="27551"/>
                      <a:pt x="3840" y="18378"/>
                      <a:pt x="11520" y="11027"/>
                    </a:cubicBezTo>
                    <a:cubicBezTo>
                      <a:pt x="19199" y="3676"/>
                      <a:pt x="28831" y="0"/>
                      <a:pt x="40416" y="0"/>
                    </a:cubicBezTo>
                    <a:cubicBezTo>
                      <a:pt x="52000" y="0"/>
                      <a:pt x="61633" y="3676"/>
                      <a:pt x="69312" y="11027"/>
                    </a:cubicBezTo>
                    <a:cubicBezTo>
                      <a:pt x="76992" y="18378"/>
                      <a:pt x="80831" y="27551"/>
                      <a:pt x="80831" y="38513"/>
                    </a:cubicBezTo>
                    <a:cubicBezTo>
                      <a:pt x="80831" y="49475"/>
                      <a:pt x="76992" y="58648"/>
                      <a:pt x="69312" y="66000"/>
                    </a:cubicBezTo>
                    <a:cubicBezTo>
                      <a:pt x="61633" y="73351"/>
                      <a:pt x="52000" y="77059"/>
                      <a:pt x="40416" y="77059"/>
                    </a:cubicBezTo>
                    <a:cubicBezTo>
                      <a:pt x="28831" y="77059"/>
                      <a:pt x="19167" y="73384"/>
                      <a:pt x="11520" y="66000"/>
                    </a:cubicBezTo>
                    <a:close/>
                    <a:moveTo>
                      <a:pt x="72859" y="108058"/>
                    </a:moveTo>
                    <a:lnTo>
                      <a:pt x="72859" y="368381"/>
                    </a:lnTo>
                    <a:lnTo>
                      <a:pt x="7029" y="368381"/>
                    </a:lnTo>
                    <a:lnTo>
                      <a:pt x="7029" y="108058"/>
                    </a:lnTo>
                    <a:lnTo>
                      <a:pt x="72859" y="10805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51A46CE-B761-F8DA-16E5-54CA2FA8F43B}"/>
                  </a:ext>
                </a:extLst>
              </p:cNvPr>
              <p:cNvSpPr/>
              <p:nvPr/>
            </p:nvSpPr>
            <p:spPr>
              <a:xfrm>
                <a:off x="5404698" y="2785354"/>
                <a:ext cx="271260" cy="392842"/>
              </a:xfrm>
              <a:custGeom>
                <a:avLst/>
                <a:gdLst>
                  <a:gd name="connsiteX0" fmla="*/ 170188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7 w 271260"/>
                  <a:gd name="connsiteY6" fmla="*/ 376156 h 392842"/>
                  <a:gd name="connsiteX7" fmla="*/ 142431 w 271260"/>
                  <a:gd name="connsiteY7" fmla="*/ 392842 h 392842"/>
                  <a:gd name="connsiteX8" fmla="*/ 51479 w 271260"/>
                  <a:gd name="connsiteY8" fmla="*/ 366983 h 392842"/>
                  <a:gd name="connsiteX9" fmla="*/ 11292 w 271260"/>
                  <a:gd name="connsiteY9" fmla="*/ 296494 h 392842"/>
                  <a:gd name="connsiteX10" fmla="*/ 76633 w 271260"/>
                  <a:gd name="connsiteY10" fmla="*/ 296494 h 392842"/>
                  <a:gd name="connsiteX11" fmla="*/ 98956 w 271260"/>
                  <a:gd name="connsiteY11" fmla="*/ 324924 h 392842"/>
                  <a:gd name="connsiteX12" fmla="*/ 140576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8 w 271260"/>
                  <a:gd name="connsiteY24" fmla="*/ 11515 h 392842"/>
                  <a:gd name="connsiteX25" fmla="*/ 195570 w 271260"/>
                  <a:gd name="connsiteY25" fmla="*/ 93291 h 392842"/>
                  <a:gd name="connsiteX26" fmla="*/ 170188 w 271260"/>
                  <a:gd name="connsiteY26" fmla="*/ 66975 h 392842"/>
                  <a:gd name="connsiteX27" fmla="*/ 135858 w 271260"/>
                  <a:gd name="connsiteY27" fmla="*/ 57803 h 392842"/>
                  <a:gd name="connsiteX28" fmla="*/ 102016 w 271260"/>
                  <a:gd name="connsiteY28" fmla="*/ 66715 h 392842"/>
                  <a:gd name="connsiteX29" fmla="*/ 76861 w 271260"/>
                  <a:gd name="connsiteY29" fmla="*/ 92803 h 392842"/>
                  <a:gd name="connsiteX30" fmla="*/ 67229 w 271260"/>
                  <a:gd name="connsiteY30" fmla="*/ 133463 h 392842"/>
                  <a:gd name="connsiteX31" fmla="*/ 76861 w 271260"/>
                  <a:gd name="connsiteY31" fmla="*/ 174579 h 392842"/>
                  <a:gd name="connsiteX32" fmla="*/ 102243 w 271260"/>
                  <a:gd name="connsiteY32" fmla="*/ 201609 h 392842"/>
                  <a:gd name="connsiteX33" fmla="*/ 135858 w 271260"/>
                  <a:gd name="connsiteY33" fmla="*/ 211010 h 392842"/>
                  <a:gd name="connsiteX34" fmla="*/ 170188 w 271260"/>
                  <a:gd name="connsiteY34" fmla="*/ 201837 h 392842"/>
                  <a:gd name="connsiteX35" fmla="*/ 195570 w 271260"/>
                  <a:gd name="connsiteY35" fmla="*/ 175522 h 392842"/>
                  <a:gd name="connsiteX36" fmla="*/ 204975 w 271260"/>
                  <a:gd name="connsiteY36" fmla="*/ 134406 h 392842"/>
                  <a:gd name="connsiteX37" fmla="*/ 195570 w 271260"/>
                  <a:gd name="connsiteY37" fmla="*/ 93291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8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2" y="350003"/>
                      <a:pt x="232407" y="365031"/>
                      <a:pt x="212947" y="376156"/>
                    </a:cubicBezTo>
                    <a:cubicBezTo>
                      <a:pt x="193520" y="387280"/>
                      <a:pt x="169993" y="392842"/>
                      <a:pt x="142431" y="392842"/>
                    </a:cubicBezTo>
                    <a:cubicBezTo>
                      <a:pt x="105432" y="392842"/>
                      <a:pt x="75137" y="384222"/>
                      <a:pt x="51479" y="366983"/>
                    </a:cubicBezTo>
                    <a:cubicBezTo>
                      <a:pt x="27822" y="349743"/>
                      <a:pt x="14415" y="326257"/>
                      <a:pt x="11292" y="296494"/>
                    </a:cubicBezTo>
                    <a:lnTo>
                      <a:pt x="76633" y="296494"/>
                    </a:lnTo>
                    <a:cubicBezTo>
                      <a:pt x="80083" y="308399"/>
                      <a:pt x="87535" y="317865"/>
                      <a:pt x="98956" y="324924"/>
                    </a:cubicBezTo>
                    <a:cubicBezTo>
                      <a:pt x="110378" y="331982"/>
                      <a:pt x="124273" y="335495"/>
                      <a:pt x="140576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6" y="263185"/>
                      <a:pt x="58769" y="251898"/>
                    </a:cubicBezTo>
                    <a:cubicBezTo>
                      <a:pt x="40578" y="240611"/>
                      <a:pt x="26260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0" y="43100"/>
                      <a:pt x="40513" y="27454"/>
                      <a:pt x="58541" y="16459"/>
                    </a:cubicBezTo>
                    <a:cubicBezTo>
                      <a:pt x="76568" y="5497"/>
                      <a:pt x="96679" y="0"/>
                      <a:pt x="118937" y="0"/>
                    </a:cubicBezTo>
                    <a:cubicBezTo>
                      <a:pt x="138363" y="0"/>
                      <a:pt x="155447" y="3838"/>
                      <a:pt x="170188" y="11515"/>
                    </a:cubicBezTo>
                    <a:close/>
                    <a:moveTo>
                      <a:pt x="195570" y="93291"/>
                    </a:moveTo>
                    <a:cubicBezTo>
                      <a:pt x="189290" y="81873"/>
                      <a:pt x="180829" y="73091"/>
                      <a:pt x="170188" y="66975"/>
                    </a:cubicBezTo>
                    <a:cubicBezTo>
                      <a:pt x="159515" y="60860"/>
                      <a:pt x="148093" y="57803"/>
                      <a:pt x="135858" y="57803"/>
                    </a:cubicBezTo>
                    <a:cubicBezTo>
                      <a:pt x="123623" y="57803"/>
                      <a:pt x="112363" y="60795"/>
                      <a:pt x="102016" y="66715"/>
                    </a:cubicBezTo>
                    <a:cubicBezTo>
                      <a:pt x="91667" y="72668"/>
                      <a:pt x="83272" y="81353"/>
                      <a:pt x="76861" y="92803"/>
                    </a:cubicBezTo>
                    <a:cubicBezTo>
                      <a:pt x="70418" y="104253"/>
                      <a:pt x="67229" y="117784"/>
                      <a:pt x="67229" y="133463"/>
                    </a:cubicBezTo>
                    <a:cubicBezTo>
                      <a:pt x="67229" y="149142"/>
                      <a:pt x="70451" y="162836"/>
                      <a:pt x="76861" y="174579"/>
                    </a:cubicBezTo>
                    <a:cubicBezTo>
                      <a:pt x="83272" y="186321"/>
                      <a:pt x="91732" y="195332"/>
                      <a:pt x="102243" y="201609"/>
                    </a:cubicBezTo>
                    <a:cubicBezTo>
                      <a:pt x="112754" y="207887"/>
                      <a:pt x="123948" y="211010"/>
                      <a:pt x="135858" y="211010"/>
                    </a:cubicBezTo>
                    <a:cubicBezTo>
                      <a:pt x="147768" y="211010"/>
                      <a:pt x="159515" y="207952"/>
                      <a:pt x="170188" y="201837"/>
                    </a:cubicBezTo>
                    <a:cubicBezTo>
                      <a:pt x="180829" y="195722"/>
                      <a:pt x="189290" y="186972"/>
                      <a:pt x="195570" y="175522"/>
                    </a:cubicBezTo>
                    <a:cubicBezTo>
                      <a:pt x="201851" y="164105"/>
                      <a:pt x="204975" y="150378"/>
                      <a:pt x="204975" y="134406"/>
                    </a:cubicBezTo>
                    <a:cubicBezTo>
                      <a:pt x="204975" y="118435"/>
                      <a:pt x="201851" y="104741"/>
                      <a:pt x="195570" y="93291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317E66D-89D2-659D-2DC4-CCECF1477E25}"/>
                  </a:ext>
                </a:extLst>
              </p:cNvPr>
              <p:cNvSpPr/>
              <p:nvPr/>
            </p:nvSpPr>
            <p:spPr>
              <a:xfrm>
                <a:off x="5745011" y="2702180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5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5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69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AD75B1-6957-A2C2-EADA-0911D967A3F1}"/>
                  </a:ext>
                </a:extLst>
              </p:cNvPr>
              <p:cNvSpPr/>
              <p:nvPr/>
            </p:nvSpPr>
            <p:spPr>
              <a:xfrm>
                <a:off x="6039831" y="2725275"/>
                <a:ext cx="155578" cy="324695"/>
              </a:xfrm>
              <a:custGeom>
                <a:avLst/>
                <a:gdLst>
                  <a:gd name="connsiteX0" fmla="*/ 97297 w 155578"/>
                  <a:gd name="connsiteY0" fmla="*/ 118370 h 324695"/>
                  <a:gd name="connsiteX1" fmla="*/ 97297 w 155578"/>
                  <a:gd name="connsiteY1" fmla="*/ 244319 h 324695"/>
                  <a:gd name="connsiteX2" fmla="*/ 103643 w 155578"/>
                  <a:gd name="connsiteY2" fmla="*/ 263348 h 324695"/>
                  <a:gd name="connsiteX3" fmla="*/ 125022 w 155578"/>
                  <a:gd name="connsiteY3" fmla="*/ 269235 h 324695"/>
                  <a:gd name="connsiteX4" fmla="*/ 155578 w 155578"/>
                  <a:gd name="connsiteY4" fmla="*/ 269235 h 324695"/>
                  <a:gd name="connsiteX5" fmla="*/ 155578 w 155578"/>
                  <a:gd name="connsiteY5" fmla="*/ 324696 h 324695"/>
                  <a:gd name="connsiteX6" fmla="*/ 114218 w 155578"/>
                  <a:gd name="connsiteY6" fmla="*/ 324696 h 324695"/>
                  <a:gd name="connsiteX7" fmla="*/ 31012 w 155578"/>
                  <a:gd name="connsiteY7" fmla="*/ 243863 h 324695"/>
                  <a:gd name="connsiteX8" fmla="*/ 31012 w 155578"/>
                  <a:gd name="connsiteY8" fmla="*/ 118402 h 324695"/>
                  <a:gd name="connsiteX9" fmla="*/ 0 w 155578"/>
                  <a:gd name="connsiteY9" fmla="*/ 118402 h 324695"/>
                  <a:gd name="connsiteX10" fmla="*/ 0 w 155578"/>
                  <a:gd name="connsiteY10" fmla="*/ 64373 h 324695"/>
                  <a:gd name="connsiteX11" fmla="*/ 31012 w 155578"/>
                  <a:gd name="connsiteY11" fmla="*/ 64373 h 324695"/>
                  <a:gd name="connsiteX12" fmla="*/ 31012 w 155578"/>
                  <a:gd name="connsiteY12" fmla="*/ 0 h 324695"/>
                  <a:gd name="connsiteX13" fmla="*/ 97297 w 155578"/>
                  <a:gd name="connsiteY13" fmla="*/ 0 h 324695"/>
                  <a:gd name="connsiteX14" fmla="*/ 97297 w 155578"/>
                  <a:gd name="connsiteY14" fmla="*/ 64373 h 324695"/>
                  <a:gd name="connsiteX15" fmla="*/ 155578 w 155578"/>
                  <a:gd name="connsiteY15" fmla="*/ 64373 h 324695"/>
                  <a:gd name="connsiteX16" fmla="*/ 155578 w 155578"/>
                  <a:gd name="connsiteY16" fmla="*/ 118402 h 324695"/>
                  <a:gd name="connsiteX17" fmla="*/ 97297 w 155578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8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12B5F5-0A50-31C8-C3CE-63BE451CE26C}"/>
                  </a:ext>
                </a:extLst>
              </p:cNvPr>
              <p:cNvSpPr/>
              <p:nvPr/>
            </p:nvSpPr>
            <p:spPr>
              <a:xfrm>
                <a:off x="6230683" y="2785354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3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5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6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8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3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4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5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6"/>
                    </a:cubicBezTo>
                    <a:cubicBezTo>
                      <a:pt x="253623" y="80898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8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633F-90F7-9123-5B3F-4D939509B052}"/>
                  </a:ext>
                </a:extLst>
              </p:cNvPr>
              <p:cNvSpPr/>
              <p:nvPr/>
            </p:nvSpPr>
            <p:spPr>
              <a:xfrm>
                <a:off x="6542294" y="2785842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5A042F-F560-64C0-61FF-F90F3F28E0D3}"/>
                  </a:ext>
                </a:extLst>
              </p:cNvPr>
              <p:cNvSpPr/>
              <p:nvPr/>
            </p:nvSpPr>
            <p:spPr>
              <a:xfrm>
                <a:off x="4783656" y="3191826"/>
                <a:ext cx="240705" cy="328013"/>
              </a:xfrm>
              <a:custGeom>
                <a:avLst/>
                <a:gdLst>
                  <a:gd name="connsiteX0" fmla="*/ 240705 w 240705"/>
                  <a:gd name="connsiteY0" fmla="*/ 0 h 328013"/>
                  <a:gd name="connsiteX1" fmla="*/ 240705 w 240705"/>
                  <a:gd name="connsiteY1" fmla="*/ 53118 h 328013"/>
                  <a:gd name="connsiteX2" fmla="*/ 153268 w 240705"/>
                  <a:gd name="connsiteY2" fmla="*/ 53118 h 328013"/>
                  <a:gd name="connsiteX3" fmla="*/ 153268 w 240705"/>
                  <a:gd name="connsiteY3" fmla="*/ 328014 h 328013"/>
                  <a:gd name="connsiteX4" fmla="*/ 87437 w 240705"/>
                  <a:gd name="connsiteY4" fmla="*/ 328014 h 328013"/>
                  <a:gd name="connsiteX5" fmla="*/ 87437 w 240705"/>
                  <a:gd name="connsiteY5" fmla="*/ 53118 h 328013"/>
                  <a:gd name="connsiteX6" fmla="*/ 0 w 240705"/>
                  <a:gd name="connsiteY6" fmla="*/ 53118 h 328013"/>
                  <a:gd name="connsiteX7" fmla="*/ 0 w 240705"/>
                  <a:gd name="connsiteY7" fmla="*/ 0 h 328013"/>
                  <a:gd name="connsiteX8" fmla="*/ 240705 w 240705"/>
                  <a:gd name="connsiteY8" fmla="*/ 0 h 32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0705" h="328013">
                    <a:moveTo>
                      <a:pt x="240705" y="0"/>
                    </a:moveTo>
                    <a:lnTo>
                      <a:pt x="240705" y="53118"/>
                    </a:lnTo>
                    <a:lnTo>
                      <a:pt x="153268" y="53118"/>
                    </a:lnTo>
                    <a:lnTo>
                      <a:pt x="153268" y="328014"/>
                    </a:lnTo>
                    <a:lnTo>
                      <a:pt x="87437" y="328014"/>
                    </a:lnTo>
                    <a:lnTo>
                      <a:pt x="87437" y="53118"/>
                    </a:lnTo>
                    <a:lnTo>
                      <a:pt x="0" y="53118"/>
                    </a:lnTo>
                    <a:lnTo>
                      <a:pt x="0" y="0"/>
                    </a:lnTo>
                    <a:lnTo>
                      <a:pt x="240705" y="0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AD98615-2CB5-469A-0199-E4E0600F26ED}"/>
                  </a:ext>
                </a:extLst>
              </p:cNvPr>
              <p:cNvSpPr/>
              <p:nvPr/>
            </p:nvSpPr>
            <p:spPr>
              <a:xfrm>
                <a:off x="5013557" y="3255256"/>
                <a:ext cx="268006" cy="268812"/>
              </a:xfrm>
              <a:custGeom>
                <a:avLst/>
                <a:gdLst>
                  <a:gd name="connsiteX0" fmla="*/ 64398 w 268006"/>
                  <a:gd name="connsiteY0" fmla="*/ 252126 h 268812"/>
                  <a:gd name="connsiteX1" fmla="*/ 17149 w 268006"/>
                  <a:gd name="connsiteY1" fmla="*/ 204895 h 268812"/>
                  <a:gd name="connsiteX2" fmla="*/ 0 w 268006"/>
                  <a:gd name="connsiteY2" fmla="*/ 134406 h 268812"/>
                  <a:gd name="connsiteX3" fmla="*/ 17637 w 268006"/>
                  <a:gd name="connsiteY3" fmla="*/ 63918 h 268812"/>
                  <a:gd name="connsiteX4" fmla="*/ 65830 w 268006"/>
                  <a:gd name="connsiteY4" fmla="*/ 16687 h 268812"/>
                  <a:gd name="connsiteX5" fmla="*/ 134003 w 268006"/>
                  <a:gd name="connsiteY5" fmla="*/ 0 h 268812"/>
                  <a:gd name="connsiteX6" fmla="*/ 202176 w 268006"/>
                  <a:gd name="connsiteY6" fmla="*/ 16687 h 268812"/>
                  <a:gd name="connsiteX7" fmla="*/ 250370 w 268006"/>
                  <a:gd name="connsiteY7" fmla="*/ 63918 h 268812"/>
                  <a:gd name="connsiteX8" fmla="*/ 268006 w 268006"/>
                  <a:gd name="connsiteY8" fmla="*/ 134406 h 268812"/>
                  <a:gd name="connsiteX9" fmla="*/ 249914 w 268006"/>
                  <a:gd name="connsiteY9" fmla="*/ 204895 h 268812"/>
                  <a:gd name="connsiteX10" fmla="*/ 201038 w 268006"/>
                  <a:gd name="connsiteY10" fmla="*/ 252126 h 268812"/>
                  <a:gd name="connsiteX11" fmla="*/ 132181 w 268006"/>
                  <a:gd name="connsiteY11" fmla="*/ 268813 h 268812"/>
                  <a:gd name="connsiteX12" fmla="*/ 64496 w 268006"/>
                  <a:gd name="connsiteY12" fmla="*/ 252126 h 268812"/>
                  <a:gd name="connsiteX13" fmla="*/ 165698 w 268006"/>
                  <a:gd name="connsiteY13" fmla="*/ 202780 h 268812"/>
                  <a:gd name="connsiteX14" fmla="*/ 190852 w 268006"/>
                  <a:gd name="connsiteY14" fmla="*/ 176693 h 268812"/>
                  <a:gd name="connsiteX15" fmla="*/ 200257 w 268006"/>
                  <a:gd name="connsiteY15" fmla="*/ 134406 h 268812"/>
                  <a:gd name="connsiteX16" fmla="*/ 180732 w 268006"/>
                  <a:gd name="connsiteY16" fmla="*/ 77319 h 268812"/>
                  <a:gd name="connsiteX17" fmla="*/ 133027 w 268006"/>
                  <a:gd name="connsiteY17" fmla="*/ 57347 h 268812"/>
                  <a:gd name="connsiteX18" fmla="*/ 85778 w 268006"/>
                  <a:gd name="connsiteY18" fmla="*/ 77319 h 268812"/>
                  <a:gd name="connsiteX19" fmla="*/ 66741 w 268006"/>
                  <a:gd name="connsiteY19" fmla="*/ 134406 h 268812"/>
                  <a:gd name="connsiteX20" fmla="*/ 85322 w 268006"/>
                  <a:gd name="connsiteY20" fmla="*/ 191493 h 268812"/>
                  <a:gd name="connsiteX21" fmla="*/ 132083 w 268006"/>
                  <a:gd name="connsiteY21" fmla="*/ 211465 h 268812"/>
                  <a:gd name="connsiteX22" fmla="*/ 165698 w 268006"/>
                  <a:gd name="connsiteY22" fmla="*/ 202780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8006" h="268812">
                    <a:moveTo>
                      <a:pt x="64398" y="252126"/>
                    </a:moveTo>
                    <a:cubicBezTo>
                      <a:pt x="44353" y="241001"/>
                      <a:pt x="28604" y="225257"/>
                      <a:pt x="17149" y="204895"/>
                    </a:cubicBezTo>
                    <a:cubicBezTo>
                      <a:pt x="5695" y="184532"/>
                      <a:pt x="0" y="161047"/>
                      <a:pt x="0" y="134406"/>
                    </a:cubicBezTo>
                    <a:cubicBezTo>
                      <a:pt x="0" y="107766"/>
                      <a:pt x="5890" y="84280"/>
                      <a:pt x="17637" y="63918"/>
                    </a:cubicBezTo>
                    <a:cubicBezTo>
                      <a:pt x="29384" y="43555"/>
                      <a:pt x="45459" y="27812"/>
                      <a:pt x="65830" y="16687"/>
                    </a:cubicBezTo>
                    <a:cubicBezTo>
                      <a:pt x="86201" y="5562"/>
                      <a:pt x="108914" y="0"/>
                      <a:pt x="134003" y="0"/>
                    </a:cubicBezTo>
                    <a:cubicBezTo>
                      <a:pt x="159092" y="0"/>
                      <a:pt x="181806" y="5562"/>
                      <a:pt x="202176" y="16687"/>
                    </a:cubicBezTo>
                    <a:cubicBezTo>
                      <a:pt x="222547" y="27812"/>
                      <a:pt x="238622" y="43555"/>
                      <a:pt x="250370" y="63918"/>
                    </a:cubicBezTo>
                    <a:cubicBezTo>
                      <a:pt x="262117" y="84280"/>
                      <a:pt x="268006" y="107798"/>
                      <a:pt x="268006" y="134406"/>
                    </a:cubicBezTo>
                    <a:cubicBezTo>
                      <a:pt x="268006" y="161014"/>
                      <a:pt x="261954" y="184532"/>
                      <a:pt x="249914" y="204895"/>
                    </a:cubicBezTo>
                    <a:cubicBezTo>
                      <a:pt x="237841" y="225257"/>
                      <a:pt x="221538" y="241001"/>
                      <a:pt x="201038" y="252126"/>
                    </a:cubicBezTo>
                    <a:cubicBezTo>
                      <a:pt x="180504" y="263250"/>
                      <a:pt x="157563" y="268813"/>
                      <a:pt x="132181" y="268813"/>
                    </a:cubicBezTo>
                    <a:cubicBezTo>
                      <a:pt x="106799" y="268813"/>
                      <a:pt x="84541" y="263250"/>
                      <a:pt x="64496" y="252126"/>
                    </a:cubicBezTo>
                    <a:close/>
                    <a:moveTo>
                      <a:pt x="165698" y="202780"/>
                    </a:moveTo>
                    <a:cubicBezTo>
                      <a:pt x="176209" y="196990"/>
                      <a:pt x="184572" y="188305"/>
                      <a:pt x="190852" y="176693"/>
                    </a:cubicBezTo>
                    <a:cubicBezTo>
                      <a:pt x="197133" y="165113"/>
                      <a:pt x="200257" y="150996"/>
                      <a:pt x="200257" y="134406"/>
                    </a:cubicBezTo>
                    <a:cubicBezTo>
                      <a:pt x="200257" y="109652"/>
                      <a:pt x="193748" y="90623"/>
                      <a:pt x="180732" y="77319"/>
                    </a:cubicBezTo>
                    <a:cubicBezTo>
                      <a:pt x="167716" y="64015"/>
                      <a:pt x="151836" y="57347"/>
                      <a:pt x="133027" y="57347"/>
                    </a:cubicBezTo>
                    <a:cubicBezTo>
                      <a:pt x="114218" y="57347"/>
                      <a:pt x="98469" y="64015"/>
                      <a:pt x="85778" y="77319"/>
                    </a:cubicBezTo>
                    <a:cubicBezTo>
                      <a:pt x="73087" y="90623"/>
                      <a:pt x="66741" y="109685"/>
                      <a:pt x="66741" y="134406"/>
                    </a:cubicBezTo>
                    <a:cubicBezTo>
                      <a:pt x="66741" y="159128"/>
                      <a:pt x="72924" y="178189"/>
                      <a:pt x="85322" y="191493"/>
                    </a:cubicBezTo>
                    <a:cubicBezTo>
                      <a:pt x="97688" y="204797"/>
                      <a:pt x="113307" y="211465"/>
                      <a:pt x="132083" y="211465"/>
                    </a:cubicBezTo>
                    <a:cubicBezTo>
                      <a:pt x="143993" y="211465"/>
                      <a:pt x="155188" y="208570"/>
                      <a:pt x="165698" y="202780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7C8CC5-9F24-3097-2989-D5A7C77D1B4C}"/>
                  </a:ext>
                </a:extLst>
              </p:cNvPr>
              <p:cNvSpPr/>
              <p:nvPr/>
            </p:nvSpPr>
            <p:spPr>
              <a:xfrm>
                <a:off x="5317684" y="3255288"/>
                <a:ext cx="271260" cy="392842"/>
              </a:xfrm>
              <a:custGeom>
                <a:avLst/>
                <a:gdLst>
                  <a:gd name="connsiteX0" fmla="*/ 170189 w 271260"/>
                  <a:gd name="connsiteY0" fmla="*/ 11515 h 392842"/>
                  <a:gd name="connsiteX1" fmla="*/ 204975 w 271260"/>
                  <a:gd name="connsiteY1" fmla="*/ 41343 h 392842"/>
                  <a:gd name="connsiteX2" fmla="*/ 204975 w 271260"/>
                  <a:gd name="connsiteY2" fmla="*/ 4229 h 392842"/>
                  <a:gd name="connsiteX3" fmla="*/ 271261 w 271260"/>
                  <a:gd name="connsiteY3" fmla="*/ 4229 h 392842"/>
                  <a:gd name="connsiteX4" fmla="*/ 271261 w 271260"/>
                  <a:gd name="connsiteY4" fmla="*/ 266438 h 392842"/>
                  <a:gd name="connsiteX5" fmla="*/ 256682 w 271260"/>
                  <a:gd name="connsiteY5" fmla="*/ 331039 h 392842"/>
                  <a:gd name="connsiteX6" fmla="*/ 212948 w 271260"/>
                  <a:gd name="connsiteY6" fmla="*/ 376156 h 392842"/>
                  <a:gd name="connsiteX7" fmla="*/ 142431 w 271260"/>
                  <a:gd name="connsiteY7" fmla="*/ 392842 h 392842"/>
                  <a:gd name="connsiteX8" fmla="*/ 51480 w 271260"/>
                  <a:gd name="connsiteY8" fmla="*/ 366983 h 392842"/>
                  <a:gd name="connsiteX9" fmla="*/ 11292 w 271260"/>
                  <a:gd name="connsiteY9" fmla="*/ 296494 h 392842"/>
                  <a:gd name="connsiteX10" fmla="*/ 76634 w 271260"/>
                  <a:gd name="connsiteY10" fmla="*/ 296494 h 392842"/>
                  <a:gd name="connsiteX11" fmla="*/ 98957 w 271260"/>
                  <a:gd name="connsiteY11" fmla="*/ 324924 h 392842"/>
                  <a:gd name="connsiteX12" fmla="*/ 140577 w 271260"/>
                  <a:gd name="connsiteY12" fmla="*/ 335495 h 392842"/>
                  <a:gd name="connsiteX13" fmla="*/ 187110 w 271260"/>
                  <a:gd name="connsiteY13" fmla="*/ 318353 h 392842"/>
                  <a:gd name="connsiteX14" fmla="*/ 204975 w 271260"/>
                  <a:gd name="connsiteY14" fmla="*/ 266438 h 392842"/>
                  <a:gd name="connsiteX15" fmla="*/ 204975 w 271260"/>
                  <a:gd name="connsiteY15" fmla="*/ 226038 h 392842"/>
                  <a:gd name="connsiteX16" fmla="*/ 169961 w 271260"/>
                  <a:gd name="connsiteY16" fmla="*/ 256582 h 392842"/>
                  <a:gd name="connsiteX17" fmla="*/ 118937 w 271260"/>
                  <a:gd name="connsiteY17" fmla="*/ 268813 h 392842"/>
                  <a:gd name="connsiteX18" fmla="*/ 58769 w 271260"/>
                  <a:gd name="connsiteY18" fmla="*/ 251898 h 392842"/>
                  <a:gd name="connsiteX19" fmla="*/ 15750 w 271260"/>
                  <a:gd name="connsiteY19" fmla="*/ 204212 h 392842"/>
                  <a:gd name="connsiteX20" fmla="*/ 0 w 271260"/>
                  <a:gd name="connsiteY20" fmla="*/ 133496 h 392842"/>
                  <a:gd name="connsiteX21" fmla="*/ 15750 w 271260"/>
                  <a:gd name="connsiteY21" fmla="*/ 63462 h 392842"/>
                  <a:gd name="connsiteX22" fmla="*/ 58541 w 271260"/>
                  <a:gd name="connsiteY22" fmla="*/ 16459 h 392842"/>
                  <a:gd name="connsiteX23" fmla="*/ 118937 w 271260"/>
                  <a:gd name="connsiteY23" fmla="*/ 0 h 392842"/>
                  <a:gd name="connsiteX24" fmla="*/ 170189 w 271260"/>
                  <a:gd name="connsiteY24" fmla="*/ 11515 h 392842"/>
                  <a:gd name="connsiteX25" fmla="*/ 195571 w 271260"/>
                  <a:gd name="connsiteY25" fmla="*/ 93258 h 392842"/>
                  <a:gd name="connsiteX26" fmla="*/ 170189 w 271260"/>
                  <a:gd name="connsiteY26" fmla="*/ 66943 h 392842"/>
                  <a:gd name="connsiteX27" fmla="*/ 135858 w 271260"/>
                  <a:gd name="connsiteY27" fmla="*/ 57770 h 392842"/>
                  <a:gd name="connsiteX28" fmla="*/ 102016 w 271260"/>
                  <a:gd name="connsiteY28" fmla="*/ 66683 h 392842"/>
                  <a:gd name="connsiteX29" fmla="*/ 76862 w 271260"/>
                  <a:gd name="connsiteY29" fmla="*/ 92770 h 392842"/>
                  <a:gd name="connsiteX30" fmla="*/ 67230 w 271260"/>
                  <a:gd name="connsiteY30" fmla="*/ 133431 h 392842"/>
                  <a:gd name="connsiteX31" fmla="*/ 76862 w 271260"/>
                  <a:gd name="connsiteY31" fmla="*/ 174546 h 392842"/>
                  <a:gd name="connsiteX32" fmla="*/ 102244 w 271260"/>
                  <a:gd name="connsiteY32" fmla="*/ 201577 h 392842"/>
                  <a:gd name="connsiteX33" fmla="*/ 135858 w 271260"/>
                  <a:gd name="connsiteY33" fmla="*/ 210978 h 392842"/>
                  <a:gd name="connsiteX34" fmla="*/ 170189 w 271260"/>
                  <a:gd name="connsiteY34" fmla="*/ 201805 h 392842"/>
                  <a:gd name="connsiteX35" fmla="*/ 195571 w 271260"/>
                  <a:gd name="connsiteY35" fmla="*/ 175489 h 392842"/>
                  <a:gd name="connsiteX36" fmla="*/ 204975 w 271260"/>
                  <a:gd name="connsiteY36" fmla="*/ 134374 h 392842"/>
                  <a:gd name="connsiteX37" fmla="*/ 195571 w 271260"/>
                  <a:gd name="connsiteY37" fmla="*/ 93258 h 39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71260" h="392842">
                    <a:moveTo>
                      <a:pt x="170189" y="11515"/>
                    </a:moveTo>
                    <a:cubicBezTo>
                      <a:pt x="184930" y="19192"/>
                      <a:pt x="196514" y="29145"/>
                      <a:pt x="204975" y="41343"/>
                    </a:cubicBezTo>
                    <a:lnTo>
                      <a:pt x="204975" y="4229"/>
                    </a:lnTo>
                    <a:lnTo>
                      <a:pt x="271261" y="4229"/>
                    </a:lnTo>
                    <a:lnTo>
                      <a:pt x="271261" y="266438"/>
                    </a:lnTo>
                    <a:cubicBezTo>
                      <a:pt x="271261" y="290574"/>
                      <a:pt x="266412" y="312108"/>
                      <a:pt x="256682" y="331039"/>
                    </a:cubicBezTo>
                    <a:cubicBezTo>
                      <a:pt x="246953" y="350003"/>
                      <a:pt x="232407" y="365031"/>
                      <a:pt x="212948" y="376156"/>
                    </a:cubicBezTo>
                    <a:cubicBezTo>
                      <a:pt x="193521" y="387280"/>
                      <a:pt x="169994" y="392842"/>
                      <a:pt x="142431" y="392842"/>
                    </a:cubicBezTo>
                    <a:cubicBezTo>
                      <a:pt x="105432" y="392842"/>
                      <a:pt x="75137" y="384222"/>
                      <a:pt x="51480" y="366983"/>
                    </a:cubicBezTo>
                    <a:cubicBezTo>
                      <a:pt x="27823" y="349743"/>
                      <a:pt x="14416" y="326257"/>
                      <a:pt x="11292" y="296494"/>
                    </a:cubicBezTo>
                    <a:lnTo>
                      <a:pt x="76634" y="296494"/>
                    </a:lnTo>
                    <a:cubicBezTo>
                      <a:pt x="80083" y="308399"/>
                      <a:pt x="87535" y="317865"/>
                      <a:pt x="98957" y="324924"/>
                    </a:cubicBezTo>
                    <a:cubicBezTo>
                      <a:pt x="110379" y="331982"/>
                      <a:pt x="124274" y="335495"/>
                      <a:pt x="140577" y="335495"/>
                    </a:cubicBezTo>
                    <a:cubicBezTo>
                      <a:pt x="159678" y="335495"/>
                      <a:pt x="175200" y="329770"/>
                      <a:pt x="187110" y="318353"/>
                    </a:cubicBezTo>
                    <a:cubicBezTo>
                      <a:pt x="199020" y="306903"/>
                      <a:pt x="204975" y="289598"/>
                      <a:pt x="204975" y="266438"/>
                    </a:cubicBezTo>
                    <a:lnTo>
                      <a:pt x="204975" y="226038"/>
                    </a:lnTo>
                    <a:cubicBezTo>
                      <a:pt x="196514" y="238269"/>
                      <a:pt x="184832" y="248450"/>
                      <a:pt x="169961" y="256582"/>
                    </a:cubicBezTo>
                    <a:cubicBezTo>
                      <a:pt x="155057" y="264714"/>
                      <a:pt x="138071" y="268813"/>
                      <a:pt x="118937" y="268813"/>
                    </a:cubicBezTo>
                    <a:cubicBezTo>
                      <a:pt x="97004" y="268813"/>
                      <a:pt x="76927" y="263185"/>
                      <a:pt x="58769" y="251898"/>
                    </a:cubicBezTo>
                    <a:cubicBezTo>
                      <a:pt x="40579" y="240611"/>
                      <a:pt x="26261" y="224737"/>
                      <a:pt x="15750" y="204212"/>
                    </a:cubicBezTo>
                    <a:cubicBezTo>
                      <a:pt x="5239" y="183686"/>
                      <a:pt x="0" y="160136"/>
                      <a:pt x="0" y="133496"/>
                    </a:cubicBezTo>
                    <a:cubicBezTo>
                      <a:pt x="0" y="106855"/>
                      <a:pt x="5239" y="83858"/>
                      <a:pt x="15750" y="63462"/>
                    </a:cubicBezTo>
                    <a:cubicBezTo>
                      <a:pt x="26261" y="43100"/>
                      <a:pt x="40514" y="27454"/>
                      <a:pt x="58541" y="16459"/>
                    </a:cubicBezTo>
                    <a:cubicBezTo>
                      <a:pt x="76569" y="5497"/>
                      <a:pt x="96679" y="0"/>
                      <a:pt x="118937" y="0"/>
                    </a:cubicBezTo>
                    <a:cubicBezTo>
                      <a:pt x="138364" y="0"/>
                      <a:pt x="155448" y="3838"/>
                      <a:pt x="170189" y="11515"/>
                    </a:cubicBezTo>
                    <a:close/>
                    <a:moveTo>
                      <a:pt x="195571" y="93258"/>
                    </a:moveTo>
                    <a:cubicBezTo>
                      <a:pt x="189290" y="81841"/>
                      <a:pt x="180830" y="73058"/>
                      <a:pt x="170189" y="66943"/>
                    </a:cubicBezTo>
                    <a:cubicBezTo>
                      <a:pt x="159515" y="60828"/>
                      <a:pt x="148093" y="57770"/>
                      <a:pt x="135858" y="57770"/>
                    </a:cubicBezTo>
                    <a:cubicBezTo>
                      <a:pt x="123623" y="57770"/>
                      <a:pt x="112364" y="60763"/>
                      <a:pt x="102016" y="66683"/>
                    </a:cubicBezTo>
                    <a:cubicBezTo>
                      <a:pt x="91668" y="72635"/>
                      <a:pt x="83272" y="81320"/>
                      <a:pt x="76862" y="92770"/>
                    </a:cubicBezTo>
                    <a:cubicBezTo>
                      <a:pt x="70418" y="104220"/>
                      <a:pt x="67230" y="117752"/>
                      <a:pt x="67230" y="133431"/>
                    </a:cubicBezTo>
                    <a:cubicBezTo>
                      <a:pt x="67230" y="149109"/>
                      <a:pt x="70451" y="162803"/>
                      <a:pt x="76862" y="174546"/>
                    </a:cubicBezTo>
                    <a:cubicBezTo>
                      <a:pt x="83272" y="186289"/>
                      <a:pt x="91733" y="195299"/>
                      <a:pt x="102244" y="201577"/>
                    </a:cubicBezTo>
                    <a:cubicBezTo>
                      <a:pt x="112754" y="207855"/>
                      <a:pt x="123948" y="210978"/>
                      <a:pt x="135858" y="210978"/>
                    </a:cubicBezTo>
                    <a:cubicBezTo>
                      <a:pt x="147768" y="210978"/>
                      <a:pt x="159515" y="207920"/>
                      <a:pt x="170189" y="201805"/>
                    </a:cubicBezTo>
                    <a:cubicBezTo>
                      <a:pt x="180830" y="195689"/>
                      <a:pt x="189290" y="186939"/>
                      <a:pt x="195571" y="175489"/>
                    </a:cubicBezTo>
                    <a:cubicBezTo>
                      <a:pt x="201851" y="164072"/>
                      <a:pt x="204975" y="150345"/>
                      <a:pt x="204975" y="134374"/>
                    </a:cubicBezTo>
                    <a:cubicBezTo>
                      <a:pt x="204975" y="118402"/>
                      <a:pt x="201851" y="104708"/>
                      <a:pt x="195571" y="93258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EE6D4EC-FF4F-7882-3BA1-5A72017F7C4D}"/>
                  </a:ext>
                </a:extLst>
              </p:cNvPr>
              <p:cNvSpPr/>
              <p:nvPr/>
            </p:nvSpPr>
            <p:spPr>
              <a:xfrm>
                <a:off x="5641140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4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3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20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4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1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D20A08-46A5-9AD8-3BBF-33D19B04ADF8}"/>
                  </a:ext>
                </a:extLst>
              </p:cNvPr>
              <p:cNvSpPr/>
              <p:nvPr/>
            </p:nvSpPr>
            <p:spPr>
              <a:xfrm>
                <a:off x="5932120" y="3195176"/>
                <a:ext cx="155577" cy="324695"/>
              </a:xfrm>
              <a:custGeom>
                <a:avLst/>
                <a:gdLst>
                  <a:gd name="connsiteX0" fmla="*/ 97297 w 155577"/>
                  <a:gd name="connsiteY0" fmla="*/ 118370 h 324695"/>
                  <a:gd name="connsiteX1" fmla="*/ 97297 w 155577"/>
                  <a:gd name="connsiteY1" fmla="*/ 244319 h 324695"/>
                  <a:gd name="connsiteX2" fmla="*/ 103643 w 155577"/>
                  <a:gd name="connsiteY2" fmla="*/ 263348 h 324695"/>
                  <a:gd name="connsiteX3" fmla="*/ 125022 w 155577"/>
                  <a:gd name="connsiteY3" fmla="*/ 269235 h 324695"/>
                  <a:gd name="connsiteX4" fmla="*/ 155578 w 155577"/>
                  <a:gd name="connsiteY4" fmla="*/ 269235 h 324695"/>
                  <a:gd name="connsiteX5" fmla="*/ 155578 w 155577"/>
                  <a:gd name="connsiteY5" fmla="*/ 324696 h 324695"/>
                  <a:gd name="connsiteX6" fmla="*/ 114218 w 155577"/>
                  <a:gd name="connsiteY6" fmla="*/ 324696 h 324695"/>
                  <a:gd name="connsiteX7" fmla="*/ 31012 w 155577"/>
                  <a:gd name="connsiteY7" fmla="*/ 243863 h 324695"/>
                  <a:gd name="connsiteX8" fmla="*/ 31012 w 155577"/>
                  <a:gd name="connsiteY8" fmla="*/ 118402 h 324695"/>
                  <a:gd name="connsiteX9" fmla="*/ 0 w 155577"/>
                  <a:gd name="connsiteY9" fmla="*/ 118402 h 324695"/>
                  <a:gd name="connsiteX10" fmla="*/ 0 w 155577"/>
                  <a:gd name="connsiteY10" fmla="*/ 64373 h 324695"/>
                  <a:gd name="connsiteX11" fmla="*/ 31012 w 155577"/>
                  <a:gd name="connsiteY11" fmla="*/ 64373 h 324695"/>
                  <a:gd name="connsiteX12" fmla="*/ 31012 w 155577"/>
                  <a:gd name="connsiteY12" fmla="*/ 0 h 324695"/>
                  <a:gd name="connsiteX13" fmla="*/ 97297 w 155577"/>
                  <a:gd name="connsiteY13" fmla="*/ 0 h 324695"/>
                  <a:gd name="connsiteX14" fmla="*/ 97297 w 155577"/>
                  <a:gd name="connsiteY14" fmla="*/ 64373 h 324695"/>
                  <a:gd name="connsiteX15" fmla="*/ 155578 w 155577"/>
                  <a:gd name="connsiteY15" fmla="*/ 64373 h 324695"/>
                  <a:gd name="connsiteX16" fmla="*/ 155578 w 155577"/>
                  <a:gd name="connsiteY16" fmla="*/ 118402 h 324695"/>
                  <a:gd name="connsiteX17" fmla="*/ 97297 w 155577"/>
                  <a:gd name="connsiteY17" fmla="*/ 118402 h 32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5577" h="324695">
                    <a:moveTo>
                      <a:pt x="97297" y="118370"/>
                    </a:moveTo>
                    <a:lnTo>
                      <a:pt x="97297" y="244319"/>
                    </a:lnTo>
                    <a:cubicBezTo>
                      <a:pt x="97297" y="253101"/>
                      <a:pt x="99412" y="259444"/>
                      <a:pt x="103643" y="263348"/>
                    </a:cubicBezTo>
                    <a:cubicBezTo>
                      <a:pt x="107873" y="267284"/>
                      <a:pt x="114999" y="269235"/>
                      <a:pt x="125022" y="269235"/>
                    </a:cubicBezTo>
                    <a:lnTo>
                      <a:pt x="155578" y="269235"/>
                    </a:lnTo>
                    <a:lnTo>
                      <a:pt x="155578" y="324696"/>
                    </a:lnTo>
                    <a:lnTo>
                      <a:pt x="114218" y="324696"/>
                    </a:lnTo>
                    <a:cubicBezTo>
                      <a:pt x="58736" y="324696"/>
                      <a:pt x="31012" y="297763"/>
                      <a:pt x="31012" y="243863"/>
                    </a:cubicBezTo>
                    <a:lnTo>
                      <a:pt x="31012" y="118402"/>
                    </a:lnTo>
                    <a:lnTo>
                      <a:pt x="0" y="118402"/>
                    </a:lnTo>
                    <a:lnTo>
                      <a:pt x="0" y="64373"/>
                    </a:lnTo>
                    <a:lnTo>
                      <a:pt x="31012" y="64373"/>
                    </a:lnTo>
                    <a:lnTo>
                      <a:pt x="31012" y="0"/>
                    </a:lnTo>
                    <a:lnTo>
                      <a:pt x="97297" y="0"/>
                    </a:lnTo>
                    <a:lnTo>
                      <a:pt x="97297" y="64373"/>
                    </a:lnTo>
                    <a:lnTo>
                      <a:pt x="155578" y="64373"/>
                    </a:lnTo>
                    <a:lnTo>
                      <a:pt x="155578" y="118402"/>
                    </a:lnTo>
                    <a:lnTo>
                      <a:pt x="97297" y="118402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4870FD2-C551-CF62-6786-AA80BE6BCCAA}"/>
                  </a:ext>
                </a:extLst>
              </p:cNvPr>
              <p:cNvSpPr/>
              <p:nvPr/>
            </p:nvSpPr>
            <p:spPr>
              <a:xfrm>
                <a:off x="6139829" y="3172081"/>
                <a:ext cx="248254" cy="347725"/>
              </a:xfrm>
              <a:custGeom>
                <a:avLst/>
                <a:gdLst>
                  <a:gd name="connsiteX0" fmla="*/ 199378 w 248254"/>
                  <a:gd name="connsiteY0" fmla="*/ 96576 h 347725"/>
                  <a:gd name="connsiteX1" fmla="*/ 235336 w 248254"/>
                  <a:gd name="connsiteY1" fmla="*/ 134634 h 347725"/>
                  <a:gd name="connsiteX2" fmla="*/ 248254 w 248254"/>
                  <a:gd name="connsiteY2" fmla="*/ 195006 h 347725"/>
                  <a:gd name="connsiteX3" fmla="*/ 248254 w 248254"/>
                  <a:gd name="connsiteY3" fmla="*/ 347726 h 347725"/>
                  <a:gd name="connsiteX4" fmla="*/ 182424 w 248254"/>
                  <a:gd name="connsiteY4" fmla="*/ 347726 h 347725"/>
                  <a:gd name="connsiteX5" fmla="*/ 182424 w 248254"/>
                  <a:gd name="connsiteY5" fmla="*/ 203919 h 347725"/>
                  <a:gd name="connsiteX6" fmla="*/ 166902 w 248254"/>
                  <a:gd name="connsiteY6" fmla="*/ 156233 h 347725"/>
                  <a:gd name="connsiteX7" fmla="*/ 124599 w 248254"/>
                  <a:gd name="connsiteY7" fmla="*/ 139546 h 347725"/>
                  <a:gd name="connsiteX8" fmla="*/ 81580 w 248254"/>
                  <a:gd name="connsiteY8" fmla="*/ 156233 h 347725"/>
                  <a:gd name="connsiteX9" fmla="*/ 65830 w 248254"/>
                  <a:gd name="connsiteY9" fmla="*/ 203919 h 347725"/>
                  <a:gd name="connsiteX10" fmla="*/ 65830 w 248254"/>
                  <a:gd name="connsiteY10" fmla="*/ 347726 h 347725"/>
                  <a:gd name="connsiteX11" fmla="*/ 0 w 248254"/>
                  <a:gd name="connsiteY11" fmla="*/ 347726 h 347725"/>
                  <a:gd name="connsiteX12" fmla="*/ 0 w 248254"/>
                  <a:gd name="connsiteY12" fmla="*/ 0 h 347725"/>
                  <a:gd name="connsiteX13" fmla="*/ 65830 w 248254"/>
                  <a:gd name="connsiteY13" fmla="*/ 0 h 347725"/>
                  <a:gd name="connsiteX14" fmla="*/ 65830 w 248254"/>
                  <a:gd name="connsiteY14" fmla="*/ 119834 h 347725"/>
                  <a:gd name="connsiteX15" fmla="*/ 99673 w 248254"/>
                  <a:gd name="connsiteY15" fmla="*/ 93291 h 347725"/>
                  <a:gd name="connsiteX16" fmla="*/ 146694 w 248254"/>
                  <a:gd name="connsiteY16" fmla="*/ 83662 h 347725"/>
                  <a:gd name="connsiteX17" fmla="*/ 199345 w 248254"/>
                  <a:gd name="connsiteY17" fmla="*/ 96576 h 3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8254" h="347725">
                    <a:moveTo>
                      <a:pt x="199378" y="96576"/>
                    </a:moveTo>
                    <a:cubicBezTo>
                      <a:pt x="214737" y="105196"/>
                      <a:pt x="226712" y="117882"/>
                      <a:pt x="235336" y="134634"/>
                    </a:cubicBezTo>
                    <a:cubicBezTo>
                      <a:pt x="243959" y="151386"/>
                      <a:pt x="248254" y="171521"/>
                      <a:pt x="248254" y="195006"/>
                    </a:cubicBezTo>
                    <a:lnTo>
                      <a:pt x="248254" y="347726"/>
                    </a:lnTo>
                    <a:lnTo>
                      <a:pt x="182424" y="347726"/>
                    </a:lnTo>
                    <a:lnTo>
                      <a:pt x="182424" y="203919"/>
                    </a:lnTo>
                    <a:cubicBezTo>
                      <a:pt x="182424" y="183231"/>
                      <a:pt x="177250" y="167357"/>
                      <a:pt x="166902" y="156233"/>
                    </a:cubicBezTo>
                    <a:cubicBezTo>
                      <a:pt x="156554" y="145108"/>
                      <a:pt x="142464" y="139546"/>
                      <a:pt x="124599" y="139546"/>
                    </a:cubicBezTo>
                    <a:cubicBezTo>
                      <a:pt x="106734" y="139546"/>
                      <a:pt x="92091" y="145108"/>
                      <a:pt x="81580" y="156233"/>
                    </a:cubicBezTo>
                    <a:cubicBezTo>
                      <a:pt x="71070" y="167357"/>
                      <a:pt x="65830" y="183264"/>
                      <a:pt x="65830" y="203919"/>
                    </a:cubicBezTo>
                    <a:lnTo>
                      <a:pt x="65830" y="347726"/>
                    </a:lnTo>
                    <a:lnTo>
                      <a:pt x="0" y="347726"/>
                    </a:lnTo>
                    <a:lnTo>
                      <a:pt x="0" y="0"/>
                    </a:lnTo>
                    <a:lnTo>
                      <a:pt x="65830" y="0"/>
                    </a:lnTo>
                    <a:lnTo>
                      <a:pt x="65830" y="119834"/>
                    </a:lnTo>
                    <a:cubicBezTo>
                      <a:pt x="74291" y="108546"/>
                      <a:pt x="85583" y="99699"/>
                      <a:pt x="99673" y="93291"/>
                    </a:cubicBezTo>
                    <a:cubicBezTo>
                      <a:pt x="113763" y="86883"/>
                      <a:pt x="129448" y="83662"/>
                      <a:pt x="146694" y="83662"/>
                    </a:cubicBezTo>
                    <a:cubicBezTo>
                      <a:pt x="166447" y="83662"/>
                      <a:pt x="183986" y="87989"/>
                      <a:pt x="199345" y="96576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5E787C6-9910-6B6B-9187-48B6B7811F24}"/>
                  </a:ext>
                </a:extLst>
              </p:cNvPr>
              <p:cNvSpPr/>
              <p:nvPr/>
            </p:nvSpPr>
            <p:spPr>
              <a:xfrm>
                <a:off x="6438424" y="3255256"/>
                <a:ext cx="259025" cy="268812"/>
              </a:xfrm>
              <a:custGeom>
                <a:avLst/>
                <a:gdLst>
                  <a:gd name="connsiteX0" fmla="*/ 257138 w 259025"/>
                  <a:gd name="connsiteY0" fmla="*/ 154151 h 268812"/>
                  <a:gd name="connsiteX1" fmla="*/ 66741 w 259025"/>
                  <a:gd name="connsiteY1" fmla="*/ 154151 h 268812"/>
                  <a:gd name="connsiteX2" fmla="*/ 86494 w 259025"/>
                  <a:gd name="connsiteY2" fmla="*/ 198324 h 268812"/>
                  <a:gd name="connsiteX3" fmla="*/ 129285 w 259025"/>
                  <a:gd name="connsiteY3" fmla="*/ 214295 h 268812"/>
                  <a:gd name="connsiteX4" fmla="*/ 181480 w 259025"/>
                  <a:gd name="connsiteY4" fmla="*/ 182808 h 268812"/>
                  <a:gd name="connsiteX5" fmla="*/ 252452 w 259025"/>
                  <a:gd name="connsiteY5" fmla="*/ 182808 h 268812"/>
                  <a:gd name="connsiteX6" fmla="*/ 209205 w 259025"/>
                  <a:gd name="connsiteY6" fmla="*/ 244612 h 268812"/>
                  <a:gd name="connsiteX7" fmla="*/ 130684 w 259025"/>
                  <a:gd name="connsiteY7" fmla="*/ 268813 h 268812"/>
                  <a:gd name="connsiteX8" fmla="*/ 63227 w 259025"/>
                  <a:gd name="connsiteY8" fmla="*/ 252126 h 268812"/>
                  <a:gd name="connsiteX9" fmla="*/ 16693 w 259025"/>
                  <a:gd name="connsiteY9" fmla="*/ 204895 h 268812"/>
                  <a:gd name="connsiteX10" fmla="*/ 0 w 259025"/>
                  <a:gd name="connsiteY10" fmla="*/ 134406 h 268812"/>
                  <a:gd name="connsiteX11" fmla="*/ 16466 w 259025"/>
                  <a:gd name="connsiteY11" fmla="*/ 63462 h 268812"/>
                  <a:gd name="connsiteX12" fmla="*/ 62543 w 259025"/>
                  <a:gd name="connsiteY12" fmla="*/ 16459 h 268812"/>
                  <a:gd name="connsiteX13" fmla="*/ 130717 w 259025"/>
                  <a:gd name="connsiteY13" fmla="*/ 0 h 268812"/>
                  <a:gd name="connsiteX14" fmla="*/ 197230 w 259025"/>
                  <a:gd name="connsiteY14" fmla="*/ 15971 h 268812"/>
                  <a:gd name="connsiteX15" fmla="*/ 242820 w 259025"/>
                  <a:gd name="connsiteY15" fmla="*/ 61315 h 268812"/>
                  <a:gd name="connsiteX16" fmla="*/ 259025 w 259025"/>
                  <a:gd name="connsiteY16" fmla="*/ 128746 h 268812"/>
                  <a:gd name="connsiteX17" fmla="*/ 257138 w 259025"/>
                  <a:gd name="connsiteY17" fmla="*/ 154118 h 268812"/>
                  <a:gd name="connsiteX18" fmla="*/ 190852 w 259025"/>
                  <a:gd name="connsiteY18" fmla="*/ 109978 h 268812"/>
                  <a:gd name="connsiteX19" fmla="*/ 172532 w 259025"/>
                  <a:gd name="connsiteY19" fmla="*/ 69317 h 268812"/>
                  <a:gd name="connsiteX20" fmla="*/ 128797 w 259025"/>
                  <a:gd name="connsiteY20" fmla="*/ 54062 h 268812"/>
                  <a:gd name="connsiteX21" fmla="*/ 87665 w 259025"/>
                  <a:gd name="connsiteY21" fmla="*/ 68862 h 268812"/>
                  <a:gd name="connsiteX22" fmla="*/ 67230 w 259025"/>
                  <a:gd name="connsiteY22" fmla="*/ 109978 h 268812"/>
                  <a:gd name="connsiteX23" fmla="*/ 190852 w 259025"/>
                  <a:gd name="connsiteY23" fmla="*/ 109978 h 268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9025" h="268812">
                    <a:moveTo>
                      <a:pt x="257138" y="154151"/>
                    </a:moveTo>
                    <a:lnTo>
                      <a:pt x="66741" y="154151"/>
                    </a:lnTo>
                    <a:cubicBezTo>
                      <a:pt x="68303" y="172952"/>
                      <a:pt x="74877" y="187687"/>
                      <a:pt x="86494" y="198324"/>
                    </a:cubicBezTo>
                    <a:cubicBezTo>
                      <a:pt x="98078" y="208961"/>
                      <a:pt x="112364" y="214295"/>
                      <a:pt x="129285" y="214295"/>
                    </a:cubicBezTo>
                    <a:cubicBezTo>
                      <a:pt x="153723" y="214295"/>
                      <a:pt x="171132" y="203789"/>
                      <a:pt x="181480" y="182808"/>
                    </a:cubicBezTo>
                    <a:lnTo>
                      <a:pt x="252452" y="182808"/>
                    </a:lnTo>
                    <a:cubicBezTo>
                      <a:pt x="244935" y="207887"/>
                      <a:pt x="230519" y="228478"/>
                      <a:pt x="209205" y="244612"/>
                    </a:cubicBezTo>
                    <a:cubicBezTo>
                      <a:pt x="187891" y="260746"/>
                      <a:pt x="161728" y="268813"/>
                      <a:pt x="130684" y="268813"/>
                    </a:cubicBezTo>
                    <a:cubicBezTo>
                      <a:pt x="105595" y="268813"/>
                      <a:pt x="83109" y="263250"/>
                      <a:pt x="63227" y="252126"/>
                    </a:cubicBezTo>
                    <a:cubicBezTo>
                      <a:pt x="43312" y="241001"/>
                      <a:pt x="27823" y="225257"/>
                      <a:pt x="16693" y="204895"/>
                    </a:cubicBezTo>
                    <a:cubicBezTo>
                      <a:pt x="5565" y="184532"/>
                      <a:pt x="0" y="161047"/>
                      <a:pt x="0" y="134406"/>
                    </a:cubicBezTo>
                    <a:cubicBezTo>
                      <a:pt x="0" y="107766"/>
                      <a:pt x="5467" y="83825"/>
                      <a:pt x="16466" y="63462"/>
                    </a:cubicBezTo>
                    <a:cubicBezTo>
                      <a:pt x="27432" y="43100"/>
                      <a:pt x="42791" y="27454"/>
                      <a:pt x="62543" y="16459"/>
                    </a:cubicBezTo>
                    <a:cubicBezTo>
                      <a:pt x="82296" y="5497"/>
                      <a:pt x="105009" y="0"/>
                      <a:pt x="130717" y="0"/>
                    </a:cubicBezTo>
                    <a:cubicBezTo>
                      <a:pt x="156424" y="0"/>
                      <a:pt x="177640" y="5335"/>
                      <a:pt x="197230" y="15971"/>
                    </a:cubicBezTo>
                    <a:cubicBezTo>
                      <a:pt x="216820" y="26608"/>
                      <a:pt x="232016" y="41734"/>
                      <a:pt x="242820" y="61315"/>
                    </a:cubicBezTo>
                    <a:cubicBezTo>
                      <a:pt x="253624" y="80897"/>
                      <a:pt x="259025" y="103374"/>
                      <a:pt x="259025" y="128746"/>
                    </a:cubicBezTo>
                    <a:cubicBezTo>
                      <a:pt x="259025" y="138147"/>
                      <a:pt x="258407" y="146604"/>
                      <a:pt x="257138" y="154118"/>
                    </a:cubicBezTo>
                    <a:close/>
                    <a:moveTo>
                      <a:pt x="190852" y="109978"/>
                    </a:moveTo>
                    <a:cubicBezTo>
                      <a:pt x="190527" y="93063"/>
                      <a:pt x="184409" y="79499"/>
                      <a:pt x="172532" y="69317"/>
                    </a:cubicBezTo>
                    <a:cubicBezTo>
                      <a:pt x="160622" y="59136"/>
                      <a:pt x="146043" y="54062"/>
                      <a:pt x="128797" y="54062"/>
                    </a:cubicBezTo>
                    <a:cubicBezTo>
                      <a:pt x="112494" y="54062"/>
                      <a:pt x="98794" y="59006"/>
                      <a:pt x="87665" y="68862"/>
                    </a:cubicBezTo>
                    <a:cubicBezTo>
                      <a:pt x="76536" y="78718"/>
                      <a:pt x="69735" y="92445"/>
                      <a:pt x="67230" y="109978"/>
                    </a:cubicBezTo>
                    <a:lnTo>
                      <a:pt x="190852" y="109978"/>
                    </a:ln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681CCB0-C041-4136-7B54-D8D87217A049}"/>
                  </a:ext>
                </a:extLst>
              </p:cNvPr>
              <p:cNvSpPr/>
              <p:nvPr/>
            </p:nvSpPr>
            <p:spPr>
              <a:xfrm>
                <a:off x="6750067" y="3255744"/>
                <a:ext cx="145750" cy="264095"/>
              </a:xfrm>
              <a:custGeom>
                <a:avLst/>
                <a:gdLst>
                  <a:gd name="connsiteX0" fmla="*/ 98989 w 145750"/>
                  <a:gd name="connsiteY0" fmla="*/ 11743 h 264095"/>
                  <a:gd name="connsiteX1" fmla="*/ 145751 w 145750"/>
                  <a:gd name="connsiteY1" fmla="*/ 0 h 264095"/>
                  <a:gd name="connsiteX2" fmla="*/ 145751 w 145750"/>
                  <a:gd name="connsiteY2" fmla="*/ 69090 h 264095"/>
                  <a:gd name="connsiteX3" fmla="*/ 128341 w 145750"/>
                  <a:gd name="connsiteY3" fmla="*/ 69090 h 264095"/>
                  <a:gd name="connsiteX4" fmla="*/ 81580 w 145750"/>
                  <a:gd name="connsiteY4" fmla="*/ 83662 h 264095"/>
                  <a:gd name="connsiteX5" fmla="*/ 65830 w 145750"/>
                  <a:gd name="connsiteY5" fmla="*/ 134406 h 264095"/>
                  <a:gd name="connsiteX6" fmla="*/ 65830 w 145750"/>
                  <a:gd name="connsiteY6" fmla="*/ 264096 h 264095"/>
                  <a:gd name="connsiteX7" fmla="*/ 0 w 145750"/>
                  <a:gd name="connsiteY7" fmla="*/ 264096 h 264095"/>
                  <a:gd name="connsiteX8" fmla="*/ 0 w 145750"/>
                  <a:gd name="connsiteY8" fmla="*/ 3773 h 264095"/>
                  <a:gd name="connsiteX9" fmla="*/ 65830 w 145750"/>
                  <a:gd name="connsiteY9" fmla="*/ 3773 h 264095"/>
                  <a:gd name="connsiteX10" fmla="*/ 65830 w 145750"/>
                  <a:gd name="connsiteY10" fmla="*/ 44173 h 264095"/>
                  <a:gd name="connsiteX11" fmla="*/ 98989 w 145750"/>
                  <a:gd name="connsiteY11" fmla="*/ 11743 h 26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750" h="264095">
                    <a:moveTo>
                      <a:pt x="98989" y="11743"/>
                    </a:moveTo>
                    <a:cubicBezTo>
                      <a:pt x="112624" y="3903"/>
                      <a:pt x="128211" y="0"/>
                      <a:pt x="145751" y="0"/>
                    </a:cubicBezTo>
                    <a:lnTo>
                      <a:pt x="145751" y="69090"/>
                    </a:lnTo>
                    <a:lnTo>
                      <a:pt x="128341" y="69090"/>
                    </a:lnTo>
                    <a:cubicBezTo>
                      <a:pt x="107645" y="69090"/>
                      <a:pt x="92058" y="73936"/>
                      <a:pt x="81580" y="83662"/>
                    </a:cubicBezTo>
                    <a:cubicBezTo>
                      <a:pt x="71069" y="93388"/>
                      <a:pt x="65830" y="110303"/>
                      <a:pt x="65830" y="134406"/>
                    </a:cubicBezTo>
                    <a:lnTo>
                      <a:pt x="65830" y="264096"/>
                    </a:lnTo>
                    <a:lnTo>
                      <a:pt x="0" y="264096"/>
                    </a:lnTo>
                    <a:lnTo>
                      <a:pt x="0" y="3773"/>
                    </a:lnTo>
                    <a:lnTo>
                      <a:pt x="65830" y="3773"/>
                    </a:lnTo>
                    <a:lnTo>
                      <a:pt x="65830" y="44173"/>
                    </a:lnTo>
                    <a:cubicBezTo>
                      <a:pt x="74291" y="30381"/>
                      <a:pt x="85355" y="19582"/>
                      <a:pt x="98989" y="11743"/>
                    </a:cubicBezTo>
                    <a:close/>
                  </a:path>
                </a:pathLst>
              </a:custGeom>
              <a:solidFill>
                <a:srgbClr val="4C4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A451F3-EA40-05A5-1CA4-282553DF7107}"/>
                </a:ext>
              </a:extLst>
            </p:cNvPr>
            <p:cNvGrpSpPr/>
            <p:nvPr userDrawn="1"/>
          </p:nvGrpSpPr>
          <p:grpSpPr>
            <a:xfrm>
              <a:off x="1329004" y="2629430"/>
              <a:ext cx="2894619" cy="979228"/>
              <a:chOff x="532238" y="532263"/>
              <a:chExt cx="1522954" cy="515204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68806E6-3F8C-FE9D-B4CA-CF0D9A88A383}"/>
                  </a:ext>
                </a:extLst>
              </p:cNvPr>
              <p:cNvSpPr/>
              <p:nvPr/>
            </p:nvSpPr>
            <p:spPr>
              <a:xfrm>
                <a:off x="532238" y="532263"/>
                <a:ext cx="584573" cy="515204"/>
              </a:xfrm>
              <a:custGeom>
                <a:avLst/>
                <a:gdLst>
                  <a:gd name="connsiteX0" fmla="*/ 670274 w 919067"/>
                  <a:gd name="connsiteY0" fmla="*/ 0 h 810006"/>
                  <a:gd name="connsiteX1" fmla="*/ 670274 w 919067"/>
                  <a:gd name="connsiteY1" fmla="*/ 489394 h 810006"/>
                  <a:gd name="connsiteX2" fmla="*/ 248984 w 919067"/>
                  <a:gd name="connsiteY2" fmla="*/ 0 h 810006"/>
                  <a:gd name="connsiteX3" fmla="*/ 0 w 919067"/>
                  <a:gd name="connsiteY3" fmla="*/ 0 h 810006"/>
                  <a:gd name="connsiteX4" fmla="*/ 0 w 919067"/>
                  <a:gd name="connsiteY4" fmla="*/ 809244 h 810006"/>
                  <a:gd name="connsiteX5" fmla="*/ 476 w 919067"/>
                  <a:gd name="connsiteY5" fmla="*/ 810006 h 810006"/>
                  <a:gd name="connsiteX6" fmla="*/ 249174 w 919067"/>
                  <a:gd name="connsiteY6" fmla="*/ 809911 h 810006"/>
                  <a:gd name="connsiteX7" fmla="*/ 249079 w 919067"/>
                  <a:gd name="connsiteY7" fmla="*/ 320516 h 810006"/>
                  <a:gd name="connsiteX8" fmla="*/ 670370 w 919067"/>
                  <a:gd name="connsiteY8" fmla="*/ 810006 h 810006"/>
                  <a:gd name="connsiteX9" fmla="*/ 919067 w 919067"/>
                  <a:gd name="connsiteY9" fmla="*/ 405003 h 810006"/>
                  <a:gd name="connsiteX10" fmla="*/ 670370 w 919067"/>
                  <a:gd name="connsiteY10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9067" h="810006">
                    <a:moveTo>
                      <a:pt x="670274" y="0"/>
                    </a:moveTo>
                    <a:lnTo>
                      <a:pt x="670274" y="489394"/>
                    </a:lnTo>
                    <a:lnTo>
                      <a:pt x="248984" y="0"/>
                    </a:lnTo>
                    <a:lnTo>
                      <a:pt x="0" y="0"/>
                    </a:lnTo>
                    <a:lnTo>
                      <a:pt x="0" y="809244"/>
                    </a:lnTo>
                    <a:lnTo>
                      <a:pt x="476" y="810006"/>
                    </a:lnTo>
                    <a:lnTo>
                      <a:pt x="249174" y="809911"/>
                    </a:lnTo>
                    <a:lnTo>
                      <a:pt x="249079" y="320516"/>
                    </a:lnTo>
                    <a:lnTo>
                      <a:pt x="670370" y="810006"/>
                    </a:lnTo>
                    <a:lnTo>
                      <a:pt x="919067" y="405003"/>
                    </a:lnTo>
                    <a:lnTo>
                      <a:pt x="670370" y="0"/>
                    </a:lnTo>
                  </a:path>
                </a:pathLst>
              </a:custGeom>
              <a:solidFill>
                <a:srgbClr val="F9B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96E841D-CD05-1410-1424-E348EAE1DD04}"/>
                  </a:ext>
                </a:extLst>
              </p:cNvPr>
              <p:cNvSpPr/>
              <p:nvPr/>
            </p:nvSpPr>
            <p:spPr>
              <a:xfrm>
                <a:off x="1484069" y="532263"/>
                <a:ext cx="571123" cy="515204"/>
              </a:xfrm>
              <a:custGeom>
                <a:avLst/>
                <a:gdLst>
                  <a:gd name="connsiteX0" fmla="*/ 603599 w 897921"/>
                  <a:gd name="connsiteY0" fmla="*/ 0 h 810006"/>
                  <a:gd name="connsiteX1" fmla="*/ 248698 w 897921"/>
                  <a:gd name="connsiteY1" fmla="*/ 0 h 810006"/>
                  <a:gd name="connsiteX2" fmla="*/ 0 w 897921"/>
                  <a:gd name="connsiteY2" fmla="*/ 405003 h 810006"/>
                  <a:gd name="connsiteX3" fmla="*/ 248603 w 897921"/>
                  <a:gd name="connsiteY3" fmla="*/ 810006 h 810006"/>
                  <a:gd name="connsiteX4" fmla="*/ 248698 w 897921"/>
                  <a:gd name="connsiteY4" fmla="*/ 810006 h 810006"/>
                  <a:gd name="connsiteX5" fmla="*/ 248603 w 897921"/>
                  <a:gd name="connsiteY5" fmla="*/ 631127 h 810006"/>
                  <a:gd name="connsiteX6" fmla="*/ 668750 w 897921"/>
                  <a:gd name="connsiteY6" fmla="*/ 631127 h 810006"/>
                  <a:gd name="connsiteX7" fmla="*/ 897922 w 897921"/>
                  <a:gd name="connsiteY7" fmla="*/ 372142 h 810006"/>
                  <a:gd name="connsiteX8" fmla="*/ 897922 w 897921"/>
                  <a:gd name="connsiteY8" fmla="*/ 276987 h 810006"/>
                  <a:gd name="connsiteX9" fmla="*/ 603599 w 897921"/>
                  <a:gd name="connsiteY9" fmla="*/ 0 h 810006"/>
                  <a:gd name="connsiteX10" fmla="*/ 665702 w 897921"/>
                  <a:gd name="connsiteY10" fmla="*/ 326803 h 810006"/>
                  <a:gd name="connsiteX11" fmla="*/ 584835 w 897921"/>
                  <a:gd name="connsiteY11" fmla="*/ 430054 h 810006"/>
                  <a:gd name="connsiteX12" fmla="*/ 248984 w 897921"/>
                  <a:gd name="connsiteY12" fmla="*/ 430054 h 810006"/>
                  <a:gd name="connsiteX13" fmla="*/ 248984 w 897921"/>
                  <a:gd name="connsiteY13" fmla="*/ 200882 h 810006"/>
                  <a:gd name="connsiteX14" fmla="*/ 563499 w 897921"/>
                  <a:gd name="connsiteY14" fmla="*/ 200882 h 810006"/>
                  <a:gd name="connsiteX15" fmla="*/ 665702 w 897921"/>
                  <a:gd name="connsiteY15" fmla="*/ 286893 h 810006"/>
                  <a:gd name="connsiteX16" fmla="*/ 665702 w 897921"/>
                  <a:gd name="connsiteY16" fmla="*/ 326803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7921" h="810006">
                    <a:moveTo>
                      <a:pt x="603599" y="0"/>
                    </a:moveTo>
                    <a:lnTo>
                      <a:pt x="248698" y="0"/>
                    </a:lnTo>
                    <a:lnTo>
                      <a:pt x="0" y="405003"/>
                    </a:lnTo>
                    <a:lnTo>
                      <a:pt x="248603" y="810006"/>
                    </a:lnTo>
                    <a:lnTo>
                      <a:pt x="248698" y="810006"/>
                    </a:lnTo>
                    <a:lnTo>
                      <a:pt x="248603" y="631127"/>
                    </a:lnTo>
                    <a:lnTo>
                      <a:pt x="668750" y="631127"/>
                    </a:lnTo>
                    <a:cubicBezTo>
                      <a:pt x="845153" y="631127"/>
                      <a:pt x="897922" y="492728"/>
                      <a:pt x="897922" y="372142"/>
                    </a:cubicBezTo>
                    <a:lnTo>
                      <a:pt x="897922" y="276987"/>
                    </a:lnTo>
                    <a:cubicBezTo>
                      <a:pt x="897922" y="118300"/>
                      <a:pt x="840677" y="0"/>
                      <a:pt x="603599" y="0"/>
                    </a:cubicBezTo>
                    <a:close/>
                    <a:moveTo>
                      <a:pt x="665702" y="326803"/>
                    </a:moveTo>
                    <a:cubicBezTo>
                      <a:pt x="665702" y="374809"/>
                      <a:pt x="643223" y="430054"/>
                      <a:pt x="584835" y="430054"/>
                    </a:cubicBezTo>
                    <a:lnTo>
                      <a:pt x="248984" y="430054"/>
                    </a:lnTo>
                    <a:lnTo>
                      <a:pt x="248984" y="200882"/>
                    </a:lnTo>
                    <a:lnTo>
                      <a:pt x="563499" y="200882"/>
                    </a:lnTo>
                    <a:cubicBezTo>
                      <a:pt x="638747" y="200882"/>
                      <a:pt x="665702" y="232124"/>
                      <a:pt x="665702" y="286893"/>
                    </a:cubicBezTo>
                    <a:lnTo>
                      <a:pt x="665702" y="326803"/>
                    </a:lnTo>
                    <a:close/>
                  </a:path>
                </a:pathLst>
              </a:custGeom>
              <a:solidFill>
                <a:srgbClr val="69CA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D13BE84-A06E-5AED-9FA2-295126F3E61D}"/>
                  </a:ext>
                </a:extLst>
              </p:cNvPr>
              <p:cNvSpPr/>
              <p:nvPr/>
            </p:nvSpPr>
            <p:spPr>
              <a:xfrm>
                <a:off x="1006245" y="532263"/>
                <a:ext cx="588389" cy="515204"/>
              </a:xfrm>
              <a:custGeom>
                <a:avLst/>
                <a:gdLst>
                  <a:gd name="connsiteX0" fmla="*/ 675894 w 925067"/>
                  <a:gd name="connsiteY0" fmla="*/ 0 h 810006"/>
                  <a:gd name="connsiteX1" fmla="*/ 630460 w 925067"/>
                  <a:gd name="connsiteY1" fmla="*/ 0 h 810006"/>
                  <a:gd name="connsiteX2" fmla="*/ 462534 w 925067"/>
                  <a:gd name="connsiteY2" fmla="*/ 269177 h 810006"/>
                  <a:gd name="connsiteX3" fmla="*/ 294704 w 925067"/>
                  <a:gd name="connsiteY3" fmla="*/ 0 h 810006"/>
                  <a:gd name="connsiteX4" fmla="*/ 248507 w 925067"/>
                  <a:gd name="connsiteY4" fmla="*/ 0 h 810006"/>
                  <a:gd name="connsiteX5" fmla="*/ 0 w 925067"/>
                  <a:gd name="connsiteY5" fmla="*/ 0 h 810006"/>
                  <a:gd name="connsiteX6" fmla="*/ 248698 w 925067"/>
                  <a:gd name="connsiteY6" fmla="*/ 405003 h 810006"/>
                  <a:gd name="connsiteX7" fmla="*/ 0 w 925067"/>
                  <a:gd name="connsiteY7" fmla="*/ 810006 h 810006"/>
                  <a:gd name="connsiteX8" fmla="*/ 248984 w 925067"/>
                  <a:gd name="connsiteY8" fmla="*/ 810006 h 810006"/>
                  <a:gd name="connsiteX9" fmla="*/ 294704 w 925067"/>
                  <a:gd name="connsiteY9" fmla="*/ 810006 h 810006"/>
                  <a:gd name="connsiteX10" fmla="*/ 462534 w 925067"/>
                  <a:gd name="connsiteY10" fmla="*/ 540734 h 810006"/>
                  <a:gd name="connsiteX11" fmla="*/ 630460 w 925067"/>
                  <a:gd name="connsiteY11" fmla="*/ 810006 h 810006"/>
                  <a:gd name="connsiteX12" fmla="*/ 676466 w 925067"/>
                  <a:gd name="connsiteY12" fmla="*/ 810006 h 810006"/>
                  <a:gd name="connsiteX13" fmla="*/ 925068 w 925067"/>
                  <a:gd name="connsiteY13" fmla="*/ 809911 h 810006"/>
                  <a:gd name="connsiteX14" fmla="*/ 676370 w 925067"/>
                  <a:gd name="connsiteY14" fmla="*/ 405003 h 810006"/>
                  <a:gd name="connsiteX15" fmla="*/ 925068 w 925067"/>
                  <a:gd name="connsiteY15" fmla="*/ 0 h 810006"/>
                  <a:gd name="connsiteX16" fmla="*/ 675894 w 925067"/>
                  <a:gd name="connsiteY16" fmla="*/ 0 h 81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25067" h="810006">
                    <a:moveTo>
                      <a:pt x="675894" y="0"/>
                    </a:moveTo>
                    <a:lnTo>
                      <a:pt x="630460" y="0"/>
                    </a:lnTo>
                    <a:lnTo>
                      <a:pt x="462534" y="269177"/>
                    </a:lnTo>
                    <a:lnTo>
                      <a:pt x="294704" y="0"/>
                    </a:lnTo>
                    <a:lnTo>
                      <a:pt x="248507" y="0"/>
                    </a:lnTo>
                    <a:lnTo>
                      <a:pt x="0" y="0"/>
                    </a:lnTo>
                    <a:lnTo>
                      <a:pt x="248698" y="405003"/>
                    </a:lnTo>
                    <a:lnTo>
                      <a:pt x="0" y="810006"/>
                    </a:lnTo>
                    <a:lnTo>
                      <a:pt x="248984" y="810006"/>
                    </a:lnTo>
                    <a:lnTo>
                      <a:pt x="294704" y="810006"/>
                    </a:lnTo>
                    <a:lnTo>
                      <a:pt x="462534" y="540734"/>
                    </a:lnTo>
                    <a:lnTo>
                      <a:pt x="630460" y="810006"/>
                    </a:lnTo>
                    <a:lnTo>
                      <a:pt x="676466" y="810006"/>
                    </a:lnTo>
                    <a:lnTo>
                      <a:pt x="925068" y="809911"/>
                    </a:lnTo>
                    <a:lnTo>
                      <a:pt x="676370" y="405003"/>
                    </a:lnTo>
                    <a:lnTo>
                      <a:pt x="925068" y="0"/>
                    </a:lnTo>
                    <a:lnTo>
                      <a:pt x="675894" y="0"/>
                    </a:lnTo>
                  </a:path>
                </a:pathLst>
              </a:custGeom>
              <a:solidFill>
                <a:srgbClr val="0EAF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875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719586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62160"/>
            <a:ext cx="2735891" cy="210857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76624" y="0"/>
            <a:ext cx="8715375" cy="6857999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187621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|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0A444D-7BFA-A099-2A6F-8D6DB19DAE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413" y="376518"/>
            <a:ext cx="11432485" cy="6777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39" indent="0">
              <a:buNone/>
              <a:defRPr sz="3999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277" indent="0">
              <a:buNone/>
              <a:defRPr sz="3999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416" indent="0">
              <a:buNone/>
              <a:defRPr sz="3999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555" indent="0">
              <a:buNone/>
              <a:defRPr sz="3999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4" y="1150938"/>
            <a:ext cx="11433175" cy="4781550"/>
          </a:xfrm>
          <a:prstGeom prst="rect">
            <a:avLst/>
          </a:prstGeom>
        </p:spPr>
        <p:txBody>
          <a:bodyPr lIns="0" tIns="0" rIns="0" bIns="0"/>
          <a:lstStyle>
            <a:lvl1pPr marL="171427" indent="-171427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42" indent="-173015">
              <a:spcBef>
                <a:spcPts val="1000"/>
              </a:spcBef>
              <a:defRPr sz="1799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869" indent="-171427">
              <a:spcBef>
                <a:spcPts val="1000"/>
              </a:spcBef>
              <a:defRPr sz="1599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883" indent="-173015">
              <a:spcBef>
                <a:spcPts val="1000"/>
              </a:spcBef>
              <a:defRPr sz="1399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548" indent="-166666">
              <a:spcBef>
                <a:spcPts val="10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819EC5A-EE8E-CF33-FC76-A674983428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6359" y="6222907"/>
            <a:ext cx="9606229" cy="371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800">
                <a:latin typeface="Poppins" panose="00000500000000000000" pitchFamily="2" charset="0"/>
                <a:cs typeface="Poppins" panose="00000500000000000000" pitchFamily="2" charset="0"/>
              </a:rPr>
              <a:t>Notes and sources section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46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 dirty="0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744617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110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28A98-A4AF-A265-70EA-A82E35D968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AB92F9B-E6FB-0A22-91E7-5E1B2C56C9C5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8B9B8F1-41B0-48AB-1747-F71A0EC4309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CEB8687C-1C5D-5DB1-5AE5-7DA6E4DB2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6DBD690-7FE4-A0C7-A98D-0449F9C13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1E65E2-8DE9-91B6-40AD-BEA84B8DE023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62" name="Rectangle 93">
              <a:extLst>
                <a:ext uri="{FF2B5EF4-FFF2-40B4-BE49-F238E27FC236}">
                  <a16:creationId xmlns:a16="http://schemas.microsoft.com/office/drawing/2014/main" id="{D2C4B7CC-6E25-ED14-EF1E-41D9C4FF3BCE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AC30D74E-BD99-56C5-0139-F2C8A52C42BA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9133A4FC-E267-7E47-CFB0-770FA9F453E1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193" name="Rectangle 57">
                <a:extLst>
                  <a:ext uri="{FF2B5EF4-FFF2-40B4-BE49-F238E27FC236}">
                    <a16:creationId xmlns:a16="http://schemas.microsoft.com/office/drawing/2014/main" id="{D65DFA5F-046C-5C96-304D-7A67EDB48606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0CCE6B-BD53-692E-A012-D051CBCCD21B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CFA5E4C7-E4BF-E4C4-F60A-7C4149BB4AE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793FB9F-6918-86EA-B87F-7D3592C41C47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93C3BA8E-DAB9-D345-8CC0-588C7DF13462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9C544C4-89FF-579A-27F1-B8BB752A6D25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4A162A33-0D42-660D-78DD-6970EEA177EE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2253EE1B-2B6C-46A1-2850-543EAC10E2F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60A7A98F-0E34-A7AF-E782-F08D7FF1F13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2FD81B5C-ADAE-7411-555D-0505B3DE4D7B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8682B139-C1F8-158B-26A6-E33053AD4946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20EB8C2E-131D-A4F2-D42D-7B567FD86D78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838B711-71CF-4731-94DD-1BB12FAD40B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054713C2-66EF-6E19-8B86-8C2D726053F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569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A28DB-65F2-4DB0-0C58-B4F4081D094E}"/>
              </a:ext>
            </a:extLst>
          </p:cNvPr>
          <p:cNvSpPr/>
          <p:nvPr userDrawn="1"/>
        </p:nvSpPr>
        <p:spPr>
          <a:xfrm>
            <a:off x="0" y="0"/>
            <a:ext cx="5749636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8CD4-45FF-0363-DBBA-8A93B3364196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B927F5D-4721-0803-59FF-213A55372D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486750"/>
            <a:ext cx="752219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F2F2590-8080-7A0A-2EDC-896BD896B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B637A51-3E92-0DE4-3715-E6129025C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5AE513-F025-3E23-FBCB-AD34DB5AA7E0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27F9690-CB6B-6CBA-C6A2-7915CE6FEF2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710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ECCA3C-D0CD-3DAC-72B9-289377CBB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766170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96087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69639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D04279-28E6-3CA1-3456-666F8629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978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31849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8822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9A005E92-D3AC-C136-D88B-4E4CAFF29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412579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BB48F6D-14A5-635A-DC4D-89D0AA382D1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F97677-1386-DB8B-8AD4-E3A78A867485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9FA02D-A203-27C1-0EC4-1A02C504CC4F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500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F3BE122-47AE-F619-8C18-8F09842C51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A4932F7-4E15-7A95-6A37-BE437ADFA3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rgbClr val="E9E9E9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7183DBA-C322-F521-0FEA-D0705826F7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454434-B42A-EA15-7566-94C00AAC2C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394694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84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00967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87137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483E2-ADB0-033C-1F39-22DCD3B522CC}"/>
              </a:ext>
            </a:extLst>
          </p:cNvPr>
          <p:cNvSpPr/>
          <p:nvPr userDrawn="1"/>
        </p:nvSpPr>
        <p:spPr>
          <a:xfrm>
            <a:off x="5751676" y="0"/>
            <a:ext cx="644032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B3E693C-3D79-A935-FDC8-22E5D73369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AF2B029-0503-D969-EAF9-C0904EE5AD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72674" y="0"/>
            <a:ext cx="3219326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72674" y="3429000"/>
            <a:ext cx="3219326" cy="3429000"/>
          </a:xfrm>
          <a:prstGeom prst="rect">
            <a:avLst/>
          </a:prstGeom>
          <a:solidFill>
            <a:srgbClr val="EAEAEA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B9CC07D-4BCD-9854-9272-3F05092B4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2F10693-95DC-E116-617D-95CC76059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9286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Picture Placeholder 13">
            <a:extLst>
              <a:ext uri="{FF2B5EF4-FFF2-40B4-BE49-F238E27FC236}">
                <a16:creationId xmlns:a16="http://schemas.microsoft.com/office/drawing/2014/main" id="{91347789-91DD-8BAB-C965-15B9AD23802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6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71126BC0-ACDB-A63C-30FF-060BBADFC2A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82905" y="3428999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BB5538B8-D304-A6FE-E229-6BA4E24C2CC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88030" y="3428999"/>
            <a:ext cx="2903970" cy="3429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66E0F71D-367D-EF12-86F9-A9181132A97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76626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1BA72DF4-89E9-84A2-C2CB-42ACD6DB794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2905" y="1"/>
            <a:ext cx="2903970" cy="3429002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9" name="Picture Placeholder 13">
            <a:extLst>
              <a:ext uri="{FF2B5EF4-FFF2-40B4-BE49-F238E27FC236}">
                <a16:creationId xmlns:a16="http://schemas.microsoft.com/office/drawing/2014/main" id="{81113856-26A5-94C8-0833-80FD9616F2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288030" y="1"/>
            <a:ext cx="2903970" cy="342900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0F94516-D36C-2727-50A5-CF74F2E8E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61897CC-AACF-2829-F832-0A49122D14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111943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2085673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202CEB-949E-C60C-92EC-3436B6B3CC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DF415B5-BC03-D284-0472-96078327D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1A6108F-688D-00CE-1F0C-96CC714BBE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2356825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D6636-D6A0-C337-4A05-2425732FF2B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8D833D0-D1EA-0453-7C67-5B1CE3BAD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264E6B0-F9AE-B1F9-93AC-8A519A4A5E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516C67-2149-579A-F47C-55BEB51847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1A826A35-5634-6413-36C2-AEB0FFCA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A5B9995-81AD-8AA9-683A-78DBE91BF8D1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CDFBD57-209D-51C7-4616-FF4C6F00C443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98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FF3C8D76-C793-E670-BDE5-146FB59F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3239642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93ABC-DF5B-7122-E497-8DAC3BDA3DF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3237A92-0813-4C72-03F2-E999D7F7C3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1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93FC714-6301-1455-CB53-C288494837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F90636A-148D-D1E5-3FF5-12C46A7F7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28FE14-75D2-C23C-6FE7-530C1FD7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540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7682D-4DE4-4B99-3A29-AED2B60445F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D70F547-8B83-B174-3270-794B37206E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2BFD391-315F-7AC1-72E9-50EF2689B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6218B57-AD97-875E-74F8-922F32AFF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BA229B9-D9CA-C3D4-0C1C-23040308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73238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195DF01-9D0D-7532-1195-7E763F0CD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AE905AA-AFA2-0B96-B385-D32652EF1B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2CF2C2A-6861-B755-0D80-9B629CD0F7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3FDDD5-8639-18E9-8B3B-8437AADE2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7988"/>
            <a:ext cx="6078373" cy="2282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537342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9953E-1F03-B222-CC62-12EAF44E2EC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952218D-93A7-0B20-45B9-5277563E2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4924678-329C-366B-4CA0-9F35F6C04F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E9CC677-B687-DC73-8B66-FBAC46F9B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5C9E828-1F1C-47CB-0CA6-96FD8BB6A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931AB8-713E-C852-8385-691C99CC0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rgbClr val="E9E9E9"/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34838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F8A78F56-3208-0B1B-F4D6-5D837A040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39C609-7056-CF23-8C8B-48A01C532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185018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1BEE4-760E-ACDE-C810-291B26FBC1F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B21D0-309A-8549-2E95-F4ECA7D6198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7A7B9D-0596-435F-260E-F986AD70309C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5F03E6F-5303-0DBD-3EBD-9F67494B3E0B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969FB07F-BB62-D658-9816-1E1BD86A29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F12AD3F-EA62-0DBF-75E9-F16434EA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16805" y="6229255"/>
            <a:ext cx="517932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74919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8267D-D61B-F75E-86C1-3337F26300D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900FB82-C8FF-91FA-02E0-EFFBDBA21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B5149C6-63EE-0A45-E5D3-310AF131E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Slide title here goes over multiple lines if required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40D0B0E0-4167-6A10-1CB8-CFFD4B3D3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7" y="6229255"/>
            <a:ext cx="5040861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06055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39" indent="0" algn="ctr">
              <a:buNone/>
              <a:defRPr sz="2000"/>
            </a:lvl2pPr>
            <a:lvl3pPr marL="914277" indent="0" algn="ctr">
              <a:buNone/>
              <a:defRPr sz="1799"/>
            </a:lvl3pPr>
            <a:lvl4pPr marL="1371416" indent="0" algn="ctr">
              <a:buNone/>
              <a:defRPr sz="1599"/>
            </a:lvl4pPr>
            <a:lvl5pPr marL="1828555" indent="0" algn="ctr">
              <a:buNone/>
              <a:defRPr sz="1599"/>
            </a:lvl5pPr>
            <a:lvl6pPr marL="2285695" indent="0" algn="ctr">
              <a:buNone/>
              <a:defRPr sz="1599"/>
            </a:lvl6pPr>
            <a:lvl7pPr marL="2742833" indent="0" algn="ctr">
              <a:buNone/>
              <a:defRPr sz="1599"/>
            </a:lvl7pPr>
            <a:lvl8pPr marL="3199972" indent="0" algn="ctr">
              <a:buNone/>
              <a:defRPr sz="1599"/>
            </a:lvl8pPr>
            <a:lvl9pPr marL="3657111" indent="0" algn="ctr">
              <a:buNone/>
              <a:defRPr sz="1599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2E40A-EEF0-41F9-A585-3E5AE712F644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2C13-A47D-4BD4-A59D-929D965BA3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171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65DF-9C48-55AD-11FD-7EE2B62D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2124-27CB-F9D7-31DA-DC6E931D9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50B87-456A-2D6B-5B7A-C8493A17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7CCD-4DCA-458E-9374-C8136757C46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6E890-7B28-646A-4343-5A3F2A89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BD94F-7CBB-74E7-5A73-A9EB5F36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AE624-D038-4E92-82C4-B6398F3C0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56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bu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8611E8-2A99-51CF-0406-11504A28D8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DD939FD6-7900-9BF1-E007-980EAA410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F625206-8EC0-F346-26E8-1D3C64F07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19CE444-1E20-BC10-EB52-FA0A7FBF352F}"/>
              </a:ext>
            </a:extLst>
          </p:cNvPr>
          <p:cNvGrpSpPr/>
          <p:nvPr userDrawn="1"/>
        </p:nvGrpSpPr>
        <p:grpSpPr>
          <a:xfrm>
            <a:off x="5741362" y="0"/>
            <a:ext cx="6450638" cy="6858000"/>
            <a:chOff x="5741362" y="0"/>
            <a:chExt cx="6450638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B0137DC-0A13-B2A7-7BD7-481F29140477}"/>
                </a:ext>
              </a:extLst>
            </p:cNvPr>
            <p:cNvSpPr/>
            <p:nvPr userDrawn="1"/>
          </p:nvSpPr>
          <p:spPr>
            <a:xfrm>
              <a:off x="8937266" y="0"/>
              <a:ext cx="3254733" cy="6858000"/>
            </a:xfrm>
            <a:custGeom>
              <a:avLst/>
              <a:gdLst>
                <a:gd name="connsiteX0" fmla="*/ 0 w 3254733"/>
                <a:gd name="connsiteY0" fmla="*/ 0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0 w 3254733"/>
                <a:gd name="connsiteY4" fmla="*/ 0 h 6858000"/>
                <a:gd name="connsiteX0" fmla="*/ 2862469 w 3254733"/>
                <a:gd name="connsiteY0" fmla="*/ 15903 h 6858000"/>
                <a:gd name="connsiteX1" fmla="*/ 3254733 w 3254733"/>
                <a:gd name="connsiteY1" fmla="*/ 0 h 6858000"/>
                <a:gd name="connsiteX2" fmla="*/ 3254733 w 3254733"/>
                <a:gd name="connsiteY2" fmla="*/ 6858000 h 6858000"/>
                <a:gd name="connsiteX3" fmla="*/ 0 w 3254733"/>
                <a:gd name="connsiteY3" fmla="*/ 6858000 h 6858000"/>
                <a:gd name="connsiteX4" fmla="*/ 2862469 w 3254733"/>
                <a:gd name="connsiteY4" fmla="*/ 159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733" h="6858000">
                  <a:moveTo>
                    <a:pt x="2862469" y="15903"/>
                  </a:moveTo>
                  <a:lnTo>
                    <a:pt x="3254733" y="0"/>
                  </a:lnTo>
                  <a:lnTo>
                    <a:pt x="3254733" y="6858000"/>
                  </a:lnTo>
                  <a:lnTo>
                    <a:pt x="0" y="6858000"/>
                  </a:lnTo>
                  <a:lnTo>
                    <a:pt x="2862469" y="15903"/>
                  </a:lnTo>
                  <a:close/>
                </a:path>
              </a:pathLst>
            </a:custGeom>
            <a:solidFill>
              <a:srgbClr val="3EC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E29BA0B-32DE-D114-8B66-DEB733B060CE}"/>
                </a:ext>
              </a:extLst>
            </p:cNvPr>
            <p:cNvSpPr/>
            <p:nvPr userDrawn="1"/>
          </p:nvSpPr>
          <p:spPr>
            <a:xfrm>
              <a:off x="5741362" y="0"/>
              <a:ext cx="6450637" cy="6858000"/>
            </a:xfrm>
            <a:custGeom>
              <a:avLst/>
              <a:gdLst>
                <a:gd name="connsiteX0" fmla="*/ 0 w 6450637"/>
                <a:gd name="connsiteY0" fmla="*/ 0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0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6450637 w 6450637"/>
                <a:gd name="connsiteY2" fmla="*/ 6858000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  <a:gd name="connsiteX0" fmla="*/ 0 w 6450637"/>
                <a:gd name="connsiteY0" fmla="*/ 2910177 h 6858000"/>
                <a:gd name="connsiteX1" fmla="*/ 6450637 w 6450637"/>
                <a:gd name="connsiteY1" fmla="*/ 0 h 6858000"/>
                <a:gd name="connsiteX2" fmla="*/ 3445044 w 6450637"/>
                <a:gd name="connsiteY2" fmla="*/ 6850049 h 6858000"/>
                <a:gd name="connsiteX3" fmla="*/ 0 w 6450637"/>
                <a:gd name="connsiteY3" fmla="*/ 6858000 h 6858000"/>
                <a:gd name="connsiteX4" fmla="*/ 0 w 6450637"/>
                <a:gd name="connsiteY4" fmla="*/ 29101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0637" h="6858000">
                  <a:moveTo>
                    <a:pt x="0" y="2910177"/>
                  </a:moveTo>
                  <a:lnTo>
                    <a:pt x="6450637" y="0"/>
                  </a:lnTo>
                  <a:lnTo>
                    <a:pt x="3445044" y="6850049"/>
                  </a:lnTo>
                  <a:lnTo>
                    <a:pt x="0" y="6858000"/>
                  </a:lnTo>
                  <a:lnTo>
                    <a:pt x="0" y="2910177"/>
                  </a:lnTo>
                  <a:close/>
                </a:path>
              </a:pathLst>
            </a:custGeom>
            <a:solidFill>
              <a:srgbClr val="7CD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64008" bIns="64008" rtlCol="0" anchor="t"/>
            <a:lstStyle/>
            <a:p>
              <a:pPr algn="l"/>
              <a:endParaRPr lang="en-US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62348AC-15FB-B52A-8D79-D06040BBF52F}"/>
                </a:ext>
              </a:extLst>
            </p:cNvPr>
            <p:cNvGrpSpPr/>
            <p:nvPr userDrawn="1"/>
          </p:nvGrpSpPr>
          <p:grpSpPr>
            <a:xfrm>
              <a:off x="5741363" y="0"/>
              <a:ext cx="6450637" cy="6858000"/>
              <a:chOff x="5741363" y="0"/>
              <a:chExt cx="6450637" cy="6858000"/>
            </a:xfrm>
          </p:grpSpPr>
          <p:sp>
            <p:nvSpPr>
              <p:cNvPr id="64" name="Rectangle 57">
                <a:extLst>
                  <a:ext uri="{FF2B5EF4-FFF2-40B4-BE49-F238E27FC236}">
                    <a16:creationId xmlns:a16="http://schemas.microsoft.com/office/drawing/2014/main" id="{8D6B6138-4631-A738-81FA-7B720C2E5EDB}"/>
                  </a:ext>
                </a:extLst>
              </p:cNvPr>
              <p:cNvSpPr/>
              <p:nvPr userDrawn="1"/>
            </p:nvSpPr>
            <p:spPr>
              <a:xfrm>
                <a:off x="5741363" y="0"/>
                <a:ext cx="6450636" cy="3172570"/>
              </a:xfrm>
              <a:custGeom>
                <a:avLst/>
                <a:gdLst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6450636 w 6450636"/>
                  <a:gd name="connsiteY2" fmla="*/ 3172570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3961877 w 6450636"/>
                  <a:gd name="connsiteY2" fmla="*/ 1168841 h 3172570"/>
                  <a:gd name="connsiteX3" fmla="*/ 0 w 6450636"/>
                  <a:gd name="connsiteY3" fmla="*/ 3172570 h 3172570"/>
                  <a:gd name="connsiteX4" fmla="*/ 0 w 6450636"/>
                  <a:gd name="connsiteY4" fmla="*/ 0 h 3172570"/>
                  <a:gd name="connsiteX0" fmla="*/ 0 w 6450636"/>
                  <a:gd name="connsiteY0" fmla="*/ 0 h 3172570"/>
                  <a:gd name="connsiteX1" fmla="*/ 6450636 w 6450636"/>
                  <a:gd name="connsiteY1" fmla="*/ 0 h 3172570"/>
                  <a:gd name="connsiteX2" fmla="*/ 0 w 6450636"/>
                  <a:gd name="connsiteY2" fmla="*/ 3172570 h 3172570"/>
                  <a:gd name="connsiteX3" fmla="*/ 0 w 6450636"/>
                  <a:gd name="connsiteY3" fmla="*/ 0 h 317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172570">
                    <a:moveTo>
                      <a:pt x="0" y="0"/>
                    </a:moveTo>
                    <a:lnTo>
                      <a:pt x="6450636" y="0"/>
                    </a:lnTo>
                    <a:lnTo>
                      <a:pt x="0" y="3172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A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64008" bIns="64008" rtlCol="0" anchor="t"/>
              <a:lstStyle/>
              <a:p>
                <a:pPr algn="l"/>
                <a:endParaRPr lang="en-US">
                  <a:latin typeface="Poppins SemiBold" panose="00000700000000000000" pitchFamily="2" charset="0"/>
                  <a:cs typeface="Poppins SemiBold" panose="000007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785116-2A75-5C21-198D-6B93767D82F4}"/>
                  </a:ext>
                </a:extLst>
              </p:cNvPr>
              <p:cNvSpPr/>
              <p:nvPr/>
            </p:nvSpPr>
            <p:spPr>
              <a:xfrm>
                <a:off x="10543225" y="0"/>
                <a:ext cx="1648774" cy="6858000"/>
              </a:xfrm>
              <a:custGeom>
                <a:avLst/>
                <a:gdLst>
                  <a:gd name="connsiteX0" fmla="*/ 512445 w 1648774"/>
                  <a:gd name="connsiteY0" fmla="*/ 6858000 h 6858000"/>
                  <a:gd name="connsiteX1" fmla="*/ 1648775 w 1648774"/>
                  <a:gd name="connsiteY1" fmla="*/ 0 h 6858000"/>
                  <a:gd name="connsiteX2" fmla="*/ 0 w 1648774"/>
                  <a:gd name="connsiteY2" fmla="*/ 6858000 h 6858000"/>
                  <a:gd name="connsiteX3" fmla="*/ 512445 w 1648774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774" h="6858000">
                    <a:moveTo>
                      <a:pt x="512445" y="6858000"/>
                    </a:moveTo>
                    <a:lnTo>
                      <a:pt x="1648775" y="0"/>
                    </a:lnTo>
                    <a:lnTo>
                      <a:pt x="0" y="6858000"/>
                    </a:lnTo>
                    <a:lnTo>
                      <a:pt x="512445" y="6858000"/>
                    </a:lnTo>
                    <a:close/>
                  </a:path>
                </a:pathLst>
              </a:custGeom>
              <a:solidFill>
                <a:srgbClr val="3ECAFB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874D2C6-8CF0-4BD4-20FE-B9C0A206E885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032884"/>
              </a:xfrm>
              <a:custGeom>
                <a:avLst/>
                <a:gdLst>
                  <a:gd name="connsiteX0" fmla="*/ 0 w 6450636"/>
                  <a:gd name="connsiteY0" fmla="*/ 4032885 h 4032884"/>
                  <a:gd name="connsiteX1" fmla="*/ 0 w 6450636"/>
                  <a:gd name="connsiteY1" fmla="*/ 3051175 h 4032884"/>
                  <a:gd name="connsiteX2" fmla="*/ 6450637 w 6450636"/>
                  <a:gd name="connsiteY2" fmla="*/ 0 h 4032884"/>
                  <a:gd name="connsiteX3" fmla="*/ 0 w 6450636"/>
                  <a:gd name="connsiteY3" fmla="*/ 4032885 h 4032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032884">
                    <a:moveTo>
                      <a:pt x="0" y="4032885"/>
                    </a:moveTo>
                    <a:lnTo>
                      <a:pt x="0" y="3051175"/>
                    </a:lnTo>
                    <a:lnTo>
                      <a:pt x="6450637" y="0"/>
                    </a:lnTo>
                    <a:lnTo>
                      <a:pt x="0" y="4032885"/>
                    </a:lnTo>
                    <a:close/>
                  </a:path>
                </a:pathLst>
              </a:custGeom>
              <a:gradFill>
                <a:gsLst>
                  <a:gs pos="0">
                    <a:srgbClr val="C6EB00"/>
                  </a:gs>
                  <a:gs pos="22000">
                    <a:srgbClr val="C6EB00"/>
                  </a:gs>
                  <a:gs pos="81000">
                    <a:srgbClr val="C6EB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E54D9D3-C010-1DDD-E056-677CDE82F3B6}"/>
                  </a:ext>
                </a:extLst>
              </p:cNvPr>
              <p:cNvSpPr/>
              <p:nvPr/>
            </p:nvSpPr>
            <p:spPr>
              <a:xfrm>
                <a:off x="6696719" y="0"/>
                <a:ext cx="5495280" cy="6858000"/>
              </a:xfrm>
              <a:custGeom>
                <a:avLst/>
                <a:gdLst>
                  <a:gd name="connsiteX0" fmla="*/ 0 w 5495280"/>
                  <a:gd name="connsiteY0" fmla="*/ 6858000 h 6858000"/>
                  <a:gd name="connsiteX1" fmla="*/ 5495281 w 5495280"/>
                  <a:gd name="connsiteY1" fmla="*/ 0 h 6858000"/>
                  <a:gd name="connsiteX2" fmla="*/ 742949 w 5495280"/>
                  <a:gd name="connsiteY2" fmla="*/ 6858000 h 6858000"/>
                  <a:gd name="connsiteX3" fmla="*/ 0 w 549528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5280" h="6858000">
                    <a:moveTo>
                      <a:pt x="0" y="6858000"/>
                    </a:moveTo>
                    <a:lnTo>
                      <a:pt x="5495281" y="0"/>
                    </a:lnTo>
                    <a:lnTo>
                      <a:pt x="742949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69C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1416E4E-C43D-FFE2-FBBE-562A2C1BFD17}"/>
                  </a:ext>
                </a:extLst>
              </p:cNvPr>
              <p:cNvSpPr/>
              <p:nvPr/>
            </p:nvSpPr>
            <p:spPr>
              <a:xfrm>
                <a:off x="11055669" y="0"/>
                <a:ext cx="1136330" cy="6858000"/>
              </a:xfrm>
              <a:custGeom>
                <a:avLst/>
                <a:gdLst>
                  <a:gd name="connsiteX0" fmla="*/ 1136330 w 1136330"/>
                  <a:gd name="connsiteY0" fmla="*/ 6858000 h 6858000"/>
                  <a:gd name="connsiteX1" fmla="*/ 1136330 w 1136330"/>
                  <a:gd name="connsiteY1" fmla="*/ 0 h 6858000"/>
                  <a:gd name="connsiteX2" fmla="*/ 0 w 1136330"/>
                  <a:gd name="connsiteY2" fmla="*/ 6858000 h 6858000"/>
                  <a:gd name="connsiteX3" fmla="*/ 1136330 w 113633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6330" h="6858000">
                    <a:moveTo>
                      <a:pt x="1136330" y="6858000"/>
                    </a:moveTo>
                    <a:lnTo>
                      <a:pt x="1136330" y="0"/>
                    </a:lnTo>
                    <a:lnTo>
                      <a:pt x="0" y="6858000"/>
                    </a:lnTo>
                    <a:lnTo>
                      <a:pt x="1136330" y="6858000"/>
                    </a:lnTo>
                    <a:close/>
                  </a:path>
                </a:pathLst>
              </a:custGeom>
              <a:gradFill>
                <a:gsLst>
                  <a:gs pos="34000">
                    <a:srgbClr val="39B0E9"/>
                  </a:gs>
                  <a:gs pos="3000">
                    <a:srgbClr val="3ECAFB"/>
                  </a:gs>
                  <a:gs pos="55000">
                    <a:srgbClr val="3598D9"/>
                  </a:gs>
                  <a:gs pos="100000">
                    <a:srgbClr val="2D67B8"/>
                  </a:gs>
                </a:gsLst>
                <a:lin ang="2120487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B1CEAA0-A035-EFDD-A298-D686EAF9623A}"/>
                  </a:ext>
                </a:extLst>
              </p:cNvPr>
              <p:cNvSpPr/>
              <p:nvPr/>
            </p:nvSpPr>
            <p:spPr>
              <a:xfrm>
                <a:off x="7439668" y="0"/>
                <a:ext cx="4752332" cy="6858000"/>
              </a:xfrm>
              <a:custGeom>
                <a:avLst/>
                <a:gdLst>
                  <a:gd name="connsiteX0" fmla="*/ 2253611 w 4752332"/>
                  <a:gd name="connsiteY0" fmla="*/ 6858000 h 6858000"/>
                  <a:gd name="connsiteX1" fmla="*/ 0 w 4752332"/>
                  <a:gd name="connsiteY1" fmla="*/ 6858000 h 6858000"/>
                  <a:gd name="connsiteX2" fmla="*/ 4752332 w 4752332"/>
                  <a:gd name="connsiteY2" fmla="*/ 0 h 6858000"/>
                  <a:gd name="connsiteX3" fmla="*/ 2253611 w 4752332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2332" h="6858000">
                    <a:moveTo>
                      <a:pt x="2253611" y="6858000"/>
                    </a:moveTo>
                    <a:lnTo>
                      <a:pt x="0" y="6858000"/>
                    </a:lnTo>
                    <a:lnTo>
                      <a:pt x="4752332" y="0"/>
                    </a:lnTo>
                    <a:lnTo>
                      <a:pt x="2253611" y="6858000"/>
                    </a:lnTo>
                    <a:close/>
                  </a:path>
                </a:pathLst>
              </a:custGeom>
              <a:gradFill>
                <a:gsLst>
                  <a:gs pos="39000">
                    <a:srgbClr val="C6EB03"/>
                  </a:gs>
                  <a:gs pos="52000">
                    <a:srgbClr val="BAE718"/>
                  </a:gs>
                  <a:gs pos="54000">
                    <a:srgbClr val="9DDF50"/>
                  </a:gs>
                  <a:gs pos="58000">
                    <a:srgbClr val="49C8F5"/>
                  </a:gs>
                </a:gsLst>
                <a:lin ang="180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AAAB3FF-3F4B-DA15-A47D-12B9DC10C1A0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451167"/>
              </a:xfrm>
              <a:custGeom>
                <a:avLst/>
                <a:gdLst>
                  <a:gd name="connsiteX0" fmla="*/ 6450637 w 6450636"/>
                  <a:gd name="connsiteY0" fmla="*/ 0 h 451167"/>
                  <a:gd name="connsiteX1" fmla="*/ 0 w 6450636"/>
                  <a:gd name="connsiteY1" fmla="*/ 0 h 451167"/>
                  <a:gd name="connsiteX2" fmla="*/ 0 w 6450636"/>
                  <a:gd name="connsiteY2" fmla="*/ 451168 h 451167"/>
                  <a:gd name="connsiteX3" fmla="*/ 6450637 w 6450636"/>
                  <a:gd name="connsiteY3" fmla="*/ 0 h 45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451167">
                    <a:moveTo>
                      <a:pt x="6450637" y="0"/>
                    </a:moveTo>
                    <a:lnTo>
                      <a:pt x="0" y="0"/>
                    </a:lnTo>
                    <a:lnTo>
                      <a:pt x="0" y="451168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B4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A6B9D6-FFEF-B3D1-2C7A-1605F2D2C01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1643379"/>
              </a:xfrm>
              <a:custGeom>
                <a:avLst/>
                <a:gdLst>
                  <a:gd name="connsiteX0" fmla="*/ 6450637 w 6450636"/>
                  <a:gd name="connsiteY0" fmla="*/ 0 h 1643379"/>
                  <a:gd name="connsiteX1" fmla="*/ 0 w 6450636"/>
                  <a:gd name="connsiteY1" fmla="*/ 451168 h 1643379"/>
                  <a:gd name="connsiteX2" fmla="*/ 0 w 6450636"/>
                  <a:gd name="connsiteY2" fmla="*/ 1643380 h 1643379"/>
                  <a:gd name="connsiteX3" fmla="*/ 6450637 w 6450636"/>
                  <a:gd name="connsiteY3" fmla="*/ 0 h 164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1643379">
                    <a:moveTo>
                      <a:pt x="6450637" y="0"/>
                    </a:moveTo>
                    <a:lnTo>
                      <a:pt x="0" y="451168"/>
                    </a:lnTo>
                    <a:lnTo>
                      <a:pt x="0" y="1643380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29000">
                    <a:srgbClr val="FFA800"/>
                  </a:gs>
                  <a:gs pos="32000">
                    <a:srgbClr val="FFAA00"/>
                  </a:gs>
                  <a:gs pos="47000">
                    <a:srgbClr val="FFC600"/>
                  </a:gs>
                </a:gsLst>
                <a:lin ang="468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702D599-C6F9-9A51-D4F8-74409D44825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345689"/>
              </a:xfrm>
              <a:custGeom>
                <a:avLst/>
                <a:gdLst>
                  <a:gd name="connsiteX0" fmla="*/ 6450637 w 6450636"/>
                  <a:gd name="connsiteY0" fmla="*/ 0 h 2345689"/>
                  <a:gd name="connsiteX1" fmla="*/ 0 w 6450636"/>
                  <a:gd name="connsiteY1" fmla="*/ 2151063 h 2345689"/>
                  <a:gd name="connsiteX2" fmla="*/ 0 w 6450636"/>
                  <a:gd name="connsiteY2" fmla="*/ 2345690 h 2345689"/>
                  <a:gd name="connsiteX3" fmla="*/ 6450637 w 6450636"/>
                  <a:gd name="connsiteY3" fmla="*/ 0 h 2345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2345689">
                    <a:moveTo>
                      <a:pt x="6450637" y="0"/>
                    </a:moveTo>
                    <a:lnTo>
                      <a:pt x="0" y="2151063"/>
                    </a:lnTo>
                    <a:lnTo>
                      <a:pt x="0" y="2345690"/>
                    </a:lnTo>
                    <a:lnTo>
                      <a:pt x="6450637" y="0"/>
                    </a:lnTo>
                    <a:close/>
                  </a:path>
                </a:pathLst>
              </a:custGeom>
              <a:solidFill>
                <a:srgbClr val="FF9A00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5183F6D-5EC9-1C56-B19E-D634E3F23EB3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3051175"/>
              </a:xfrm>
              <a:custGeom>
                <a:avLst/>
                <a:gdLst>
                  <a:gd name="connsiteX0" fmla="*/ 6450637 w 6450636"/>
                  <a:gd name="connsiteY0" fmla="*/ 0 h 3051175"/>
                  <a:gd name="connsiteX1" fmla="*/ 0 w 6450636"/>
                  <a:gd name="connsiteY1" fmla="*/ 2345690 h 3051175"/>
                  <a:gd name="connsiteX2" fmla="*/ 0 w 6450636"/>
                  <a:gd name="connsiteY2" fmla="*/ 3051175 h 3051175"/>
                  <a:gd name="connsiteX3" fmla="*/ 6450637 w 6450636"/>
                  <a:gd name="connsiteY3" fmla="*/ 0 h 3051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3051175">
                    <a:moveTo>
                      <a:pt x="6450637" y="0"/>
                    </a:moveTo>
                    <a:lnTo>
                      <a:pt x="0" y="2345690"/>
                    </a:lnTo>
                    <a:lnTo>
                      <a:pt x="0" y="3051175"/>
                    </a:lnTo>
                    <a:lnTo>
                      <a:pt x="6450637" y="0"/>
                    </a:lnTo>
                    <a:close/>
                  </a:path>
                </a:pathLst>
              </a:custGeom>
              <a:gradFill>
                <a:gsLst>
                  <a:gs pos="47000">
                    <a:srgbClr val="C6EB00"/>
                  </a:gs>
                  <a:gs pos="11000">
                    <a:srgbClr val="C6EB00"/>
                  </a:gs>
                  <a:gs pos="69000">
                    <a:srgbClr val="FF9A00"/>
                  </a:gs>
                  <a:gs pos="56000">
                    <a:srgbClr val="FF9A00"/>
                  </a:gs>
                </a:gsLst>
                <a:lin ang="14820000" scaled="0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D5CB4C5-1FDC-6793-46C3-86D6667B8C72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2151062"/>
              </a:xfrm>
              <a:custGeom>
                <a:avLst/>
                <a:gdLst>
                  <a:gd name="connsiteX0" fmla="*/ 0 w 6450636"/>
                  <a:gd name="connsiteY0" fmla="*/ 2151063 h 2151062"/>
                  <a:gd name="connsiteX1" fmla="*/ 0 w 6450636"/>
                  <a:gd name="connsiteY1" fmla="*/ 1643380 h 2151062"/>
                  <a:gd name="connsiteX2" fmla="*/ 0 w 6450636"/>
                  <a:gd name="connsiteY2" fmla="*/ 1643380 h 2151062"/>
                  <a:gd name="connsiteX3" fmla="*/ 6450637 w 6450636"/>
                  <a:gd name="connsiteY3" fmla="*/ 0 h 2151062"/>
                  <a:gd name="connsiteX4" fmla="*/ 0 w 6450636"/>
                  <a:gd name="connsiteY4" fmla="*/ 2151063 h 2151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2151062">
                    <a:moveTo>
                      <a:pt x="0" y="2151063"/>
                    </a:moveTo>
                    <a:lnTo>
                      <a:pt x="0" y="1643380"/>
                    </a:lnTo>
                    <a:lnTo>
                      <a:pt x="0" y="1643380"/>
                    </a:lnTo>
                    <a:lnTo>
                      <a:pt x="6450637" y="0"/>
                    </a:lnTo>
                    <a:lnTo>
                      <a:pt x="0" y="2151063"/>
                    </a:lnTo>
                    <a:close/>
                  </a:path>
                </a:pathLst>
              </a:custGeom>
              <a:solidFill>
                <a:srgbClr val="FDAF25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F42512D-4A2B-C686-17DC-52467C8DC550}"/>
                  </a:ext>
                </a:extLst>
              </p:cNvPr>
              <p:cNvSpPr/>
              <p:nvPr/>
            </p:nvSpPr>
            <p:spPr>
              <a:xfrm>
                <a:off x="9693279" y="0"/>
                <a:ext cx="2498720" cy="6858000"/>
              </a:xfrm>
              <a:custGeom>
                <a:avLst/>
                <a:gdLst>
                  <a:gd name="connsiteX0" fmla="*/ 0 w 2498720"/>
                  <a:gd name="connsiteY0" fmla="*/ 6858000 h 6858000"/>
                  <a:gd name="connsiteX1" fmla="*/ 2498721 w 2498720"/>
                  <a:gd name="connsiteY1" fmla="*/ 0 h 6858000"/>
                  <a:gd name="connsiteX2" fmla="*/ 849946 w 2498720"/>
                  <a:gd name="connsiteY2" fmla="*/ 6858000 h 6858000"/>
                  <a:gd name="connsiteX3" fmla="*/ 0 w 249872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8720" h="6858000">
                    <a:moveTo>
                      <a:pt x="0" y="6858000"/>
                    </a:moveTo>
                    <a:lnTo>
                      <a:pt x="2498721" y="0"/>
                    </a:lnTo>
                    <a:lnTo>
                      <a:pt x="849946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88EE1"/>
              </a:soli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AFF5C48-A44A-A9D1-CCA8-DA3CD1FE5448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5757545"/>
              </a:xfrm>
              <a:custGeom>
                <a:avLst/>
                <a:gdLst>
                  <a:gd name="connsiteX0" fmla="*/ 0 w 6450636"/>
                  <a:gd name="connsiteY0" fmla="*/ 5757545 h 5757545"/>
                  <a:gd name="connsiteX1" fmla="*/ 6450637 w 6450636"/>
                  <a:gd name="connsiteY1" fmla="*/ 0 h 5757545"/>
                  <a:gd name="connsiteX2" fmla="*/ 0 w 6450636"/>
                  <a:gd name="connsiteY2" fmla="*/ 4032885 h 5757545"/>
                  <a:gd name="connsiteX3" fmla="*/ 0 w 6450636"/>
                  <a:gd name="connsiteY3" fmla="*/ 5757545 h 5757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50636" h="5757545">
                    <a:moveTo>
                      <a:pt x="0" y="5757545"/>
                    </a:moveTo>
                    <a:lnTo>
                      <a:pt x="6450637" y="0"/>
                    </a:lnTo>
                    <a:lnTo>
                      <a:pt x="0" y="4032885"/>
                    </a:lnTo>
                    <a:lnTo>
                      <a:pt x="0" y="5757545"/>
                    </a:lnTo>
                    <a:close/>
                  </a:path>
                </a:pathLst>
              </a:custGeom>
              <a:gradFill>
                <a:gsLst>
                  <a:gs pos="0">
                    <a:srgbClr val="87D400"/>
                  </a:gs>
                  <a:gs pos="22000">
                    <a:srgbClr val="83D200"/>
                  </a:gs>
                  <a:gs pos="81000">
                    <a:srgbClr val="69CA00"/>
                  </a:gs>
                </a:gsLst>
                <a:lin ang="2023233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CDBA68C-FA70-22B2-C709-3F6EF70E24D1}"/>
                  </a:ext>
                </a:extLst>
              </p:cNvPr>
              <p:cNvSpPr/>
              <p:nvPr/>
            </p:nvSpPr>
            <p:spPr>
              <a:xfrm>
                <a:off x="5741363" y="0"/>
                <a:ext cx="6450636" cy="6858000"/>
              </a:xfrm>
              <a:custGeom>
                <a:avLst/>
                <a:gdLst>
                  <a:gd name="connsiteX0" fmla="*/ 955356 w 6450636"/>
                  <a:gd name="connsiteY0" fmla="*/ 6858000 h 6858000"/>
                  <a:gd name="connsiteX1" fmla="*/ 6450637 w 6450636"/>
                  <a:gd name="connsiteY1" fmla="*/ 0 h 6858000"/>
                  <a:gd name="connsiteX2" fmla="*/ 0 w 6450636"/>
                  <a:gd name="connsiteY2" fmla="*/ 5757545 h 6858000"/>
                  <a:gd name="connsiteX3" fmla="*/ 0 w 6450636"/>
                  <a:gd name="connsiteY3" fmla="*/ 6858000 h 6858000"/>
                  <a:gd name="connsiteX4" fmla="*/ 955356 w 6450636"/>
                  <a:gd name="connsiteY4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50636" h="6858000">
                    <a:moveTo>
                      <a:pt x="955356" y="6858000"/>
                    </a:moveTo>
                    <a:lnTo>
                      <a:pt x="6450637" y="0"/>
                    </a:lnTo>
                    <a:lnTo>
                      <a:pt x="0" y="5757545"/>
                    </a:lnTo>
                    <a:lnTo>
                      <a:pt x="0" y="6858000"/>
                    </a:lnTo>
                    <a:lnTo>
                      <a:pt x="955356" y="6858000"/>
                    </a:lnTo>
                    <a:close/>
                  </a:path>
                </a:pathLst>
              </a:custGeom>
              <a:gradFill>
                <a:gsLst>
                  <a:gs pos="48000">
                    <a:srgbClr val="C6EB00"/>
                  </a:gs>
                  <a:gs pos="59000">
                    <a:srgbClr val="6BCA23"/>
                  </a:gs>
                  <a:gs pos="90000">
                    <a:srgbClr val="09A74A"/>
                  </a:gs>
                </a:gsLst>
                <a:lin ang="13670947" scaled="1"/>
              </a:gradFill>
              <a:ln w="168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263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6F4DAE-6FA9-F587-560D-0669A5EC086F}"/>
              </a:ext>
            </a:extLst>
          </p:cNvPr>
          <p:cNvSpPr/>
          <p:nvPr userDrawn="1"/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617F25B-C3B5-1DAC-669D-F0AAE4EADC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9636" y="0"/>
            <a:ext cx="644236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9616F50-FFFA-28DD-FAAC-BFE320B809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486751"/>
            <a:ext cx="780795" cy="48382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7AFE2D78-CAEC-0B0E-1654-64661C5FB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2" y="1828800"/>
            <a:ext cx="4230687" cy="2374900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36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Section divider header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266D53C-CFF6-8F3E-0319-03AABB6E5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9412" y="4504637"/>
            <a:ext cx="4230687" cy="84761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Secondary header</a:t>
            </a:r>
          </a:p>
        </p:txBody>
      </p:sp>
    </p:spTree>
    <p:extLst>
      <p:ext uri="{BB962C8B-B14F-4D97-AF65-F5344CB8AC3E}">
        <p14:creationId xmlns:p14="http://schemas.microsoft.com/office/powerpoint/2010/main" val="2524780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9B762FB-EC77-2CB7-44E6-7F109E56A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5639739A-31D0-FE65-C933-0C49124C4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614185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11433175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B4A12A3-E68B-B5F9-ECD4-384E6D7D5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15027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x 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E3DC5B-DB8B-F580-C6F7-C94D37812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8894" y="1150938"/>
            <a:ext cx="5513653" cy="47815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6777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182BEF-2AF4-4343-1BA4-64A2C8E1A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184699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F1C6B1E-C608-FC8D-A582-DC3E56283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F7DBDFB-B1CE-5E8E-F55C-5F56AF0CE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First line 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AF38828-6081-4C3A-2DD3-B22FC3280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7046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9DF2FD-8939-B595-5D9D-F404E5575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1405218"/>
            <a:ext cx="11433175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A855893-2639-83FD-38A0-E8FDCF1A6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77333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403CA76-C645-B9AC-7B46-CD595E660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A751461-EDE6-6A69-28E3-7DE3B1F2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412" y="806825"/>
            <a:ext cx="11432485" cy="44644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 line subtitle of slide goes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51A046-90B1-093D-5147-C0959CBAD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6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F11EB8-7A1F-80B9-D1A1-0AC5F98473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2A772-2113-8339-BB9E-94B3A2D1B6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8894" y="1405218"/>
            <a:ext cx="5513653" cy="45272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084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CB64443A-120A-C698-0B12-196C4D589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258993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8025A-AB06-6766-72ED-7AB54A2FC637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B2D6F07-9B0E-549D-BBFE-AA93E1F032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734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1FFD9AB6-FF46-01F9-652C-2D9FC9D15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3204" y="1786952"/>
            <a:ext cx="5040860" cy="4839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228EF09-8E57-C2CC-B793-565FED72C0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543" y="2667156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FontTx/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171450" indent="0">
              <a:lnSpc>
                <a:spcPct val="110000"/>
              </a:lnSpc>
              <a:spcBef>
                <a:spcPts val="1200"/>
              </a:spcBef>
              <a:buFontTx/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10000"/>
              </a:lnSpc>
              <a:spcBef>
                <a:spcPts val="1200"/>
              </a:spcBef>
              <a:buFontTx/>
              <a:buNone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5937" indent="0">
              <a:lnSpc>
                <a:spcPct val="110000"/>
              </a:lnSpc>
              <a:spcBef>
                <a:spcPts val="1200"/>
              </a:spcBef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688975" indent="0">
              <a:lnSpc>
                <a:spcPct val="110000"/>
              </a:lnSpc>
              <a:spcBef>
                <a:spcPts val="1200"/>
              </a:spcBef>
              <a:buFontTx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r>
              <a:rPr lang="en-US"/>
              <a:t>First line item here</a:t>
            </a:r>
          </a:p>
          <a:p>
            <a:r>
              <a:rPr lang="en-US"/>
              <a:t>Second line item here</a:t>
            </a:r>
          </a:p>
          <a:p>
            <a:r>
              <a:rPr lang="en-US"/>
              <a:t>Third line item here</a:t>
            </a:r>
          </a:p>
          <a:p>
            <a:r>
              <a:rPr lang="en-US"/>
              <a:t>Fourth line item here</a:t>
            </a:r>
          </a:p>
          <a:p>
            <a:r>
              <a:rPr lang="en-US"/>
              <a:t>Fifth line item here</a:t>
            </a:r>
          </a:p>
          <a:p>
            <a:r>
              <a:rPr lang="en-US"/>
              <a:t>Sixth line item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26CF5C1-649B-88BF-6A75-227309B989C3}"/>
              </a:ext>
            </a:extLst>
          </p:cNvPr>
          <p:cNvSpPr txBox="1">
            <a:spLocks/>
          </p:cNvSpPr>
          <p:nvPr userDrawn="1"/>
        </p:nvSpPr>
        <p:spPr>
          <a:xfrm>
            <a:off x="6917179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A99A06D-BAB2-8CCE-BFE3-23F117AD327D}"/>
              </a:ext>
            </a:extLst>
          </p:cNvPr>
          <p:cNvSpPr txBox="1">
            <a:spLocks/>
          </p:cNvSpPr>
          <p:nvPr userDrawn="1"/>
        </p:nvSpPr>
        <p:spPr>
          <a:xfrm>
            <a:off x="6696543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BCD6A5-3544-1C5F-3D4D-230ED5EF936C}"/>
              </a:ext>
            </a:extLst>
          </p:cNvPr>
          <p:cNvSpPr/>
          <p:nvPr userDrawn="1"/>
        </p:nvSpPr>
        <p:spPr>
          <a:xfrm rot="5400000" flipH="1">
            <a:off x="9191467" y="-51409"/>
            <a:ext cx="47869" cy="504086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85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21384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4C5309F-0EB8-12D7-C5F0-0B3DD3A0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1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757A7F-A06F-BD29-B262-6E60E244B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330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30F607D-A85B-7100-34BB-D854B9E85D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55DF262-18AB-6874-1D10-A93587E94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19890" y="1121135"/>
            <a:ext cx="3748695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42AF305-B078-622A-386E-B7208B044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0369" y="1121135"/>
            <a:ext cx="3751526" cy="7076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heading here</a:t>
            </a:r>
            <a:br>
              <a:rPr lang="en-US"/>
            </a:br>
            <a:r>
              <a:rPr lang="en-US"/>
              <a:t>+ choose a color fill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6F36683-D877-58F5-F47A-1992BE7489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0178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D7C3C5-FB5F-DD84-5D21-842EBC55A8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1097" y="2099144"/>
            <a:ext cx="3524856" cy="38333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00000"/>
              </a:lnSpc>
              <a:spcBef>
                <a:spcPts val="1200"/>
              </a:spcBef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6BDD1E7-6359-07B6-A6A3-4F56BC2F4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3462243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681EBB6-02C5-DD23-3611-D1D30645F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9413" y="1562669"/>
            <a:ext cx="5513653" cy="436981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5261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41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79413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74848F8-E106-DDD2-2B4E-1E83F71E40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0882" y="5288507"/>
            <a:ext cx="5571014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B6DB77-125E-F4A2-A6C8-9D929889E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0882" y="1121135"/>
            <a:ext cx="5571014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47E510F8-1884-7FDB-123C-B6CCC93CB216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6241152" y="1828801"/>
            <a:ext cx="5570744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400887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D6F25606-0761-3C29-5D82-41070C98E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411" y="376519"/>
            <a:ext cx="11432485" cy="3980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en-US" sz="2200" b="0" i="0" kern="1200" dirty="0">
                <a:solidFill>
                  <a:schemeClr val="tx1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r>
              <a:rPr lang="en-US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246F63-DBF7-BA9E-DE09-BB511C2FF5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4283" y="5213445"/>
            <a:ext cx="9481095" cy="6439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44488" indent="0">
              <a:lnSpc>
                <a:spcPct val="100000"/>
              </a:lnSpc>
              <a:spcBef>
                <a:spcPts val="1200"/>
              </a:spcBef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0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00000"/>
              </a:lnSpc>
              <a:spcBef>
                <a:spcPts val="1200"/>
              </a:spcBef>
              <a:defRPr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102E59-0FA0-7A60-BB45-BEB114BAD5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14283" y="1046073"/>
            <a:ext cx="9481095" cy="441534"/>
          </a:xfrm>
          <a:prstGeom prst="rect">
            <a:avLst/>
          </a:prstGeom>
          <a:noFill/>
        </p:spPr>
        <p:txBody>
          <a:bodyPr lIns="91440" tIns="91440" rIns="91440" bIns="9144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  <a:lvl2pPr marL="457200" indent="-285750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  <a:defRPr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600"/>
              </a:spcBef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Add Chart title here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FE935B81-FE27-A4F0-CCF1-3C60749CB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2BCE720A-1CBF-7914-8A98-19F701E5075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1314284" y="1753739"/>
            <a:ext cx="9480635" cy="317310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/>
              <a:t>Click to add chart</a:t>
            </a:r>
          </a:p>
        </p:txBody>
      </p:sp>
    </p:spTree>
    <p:extLst>
      <p:ext uri="{BB962C8B-B14F-4D97-AF65-F5344CB8AC3E}">
        <p14:creationId xmlns:p14="http://schemas.microsoft.com/office/powerpoint/2010/main" val="4017753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E305DC-0F8F-0D07-0119-6D6146541934}"/>
              </a:ext>
            </a:extLst>
          </p:cNvPr>
          <p:cNvSpPr/>
          <p:nvPr userDrawn="1"/>
        </p:nvSpPr>
        <p:spPr>
          <a:xfrm>
            <a:off x="5749925" y="0"/>
            <a:ext cx="64420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0D007F8A-9F07-EC1B-CBDC-4AC0B31CF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878F7B6-F89E-2106-EE45-FAF6654634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DC2AB5-EB2D-A40E-EB58-C9E35D99D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995686"/>
            <a:ext cx="5040860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architect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7809B83-6C93-C9EF-7A62-25E509B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3" y="1682705"/>
            <a:ext cx="5059927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lang="en-US" sz="2800" b="0" i="0" kern="1200" dirty="0">
                <a:solidFill>
                  <a:schemeClr val="tx2"/>
                </a:solidFill>
                <a:latin typeface="Poppins SemiBold" pitchFamily="2" charset="77"/>
                <a:ea typeface="+mn-ea"/>
                <a:cs typeface="Poppins SemiBold" pitchFamily="2" charset="77"/>
              </a:defRPr>
            </a:lvl1pPr>
          </a:lstStyle>
          <a:p>
            <a:pPr lvl="0"/>
            <a:r>
              <a:rPr lang="en-GB"/>
              <a:t>Slide title goes here over multiple lines if required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5C81A9FE-8AC2-A3C2-BCBA-74E635BCD7E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749925" y="3429000"/>
            <a:ext cx="3219326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EABCE6-311A-F405-61EF-5A43EFCC95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969251" y="0"/>
            <a:ext cx="3222749" cy="3429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8A9427A-B40D-7B18-7F44-ACC05CB6917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69251" y="3429000"/>
            <a:ext cx="3222749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49925" y="0"/>
            <a:ext cx="3219326" cy="3429000"/>
          </a:xfrm>
          <a:prstGeom prst="rect">
            <a:avLst/>
          </a:prstGeom>
          <a:solidFill>
            <a:srgbClr val="C8C8C8"/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2D12CC19-50A2-A36F-6422-E9BE131E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9682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2E06AA-C604-B254-0548-842563B995CE}"/>
              </a:ext>
            </a:extLst>
          </p:cNvPr>
          <p:cNvSpPr/>
          <p:nvPr userDrawn="1"/>
        </p:nvSpPr>
        <p:spPr>
          <a:xfrm>
            <a:off x="3476624" y="0"/>
            <a:ext cx="871537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840FC0F-30D3-1A2E-0070-82896F2B89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76625" y="0"/>
            <a:ext cx="8715374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9E84B-D332-9A0D-4A0F-80351E5EC134}"/>
              </a:ext>
            </a:extLst>
          </p:cNvPr>
          <p:cNvSpPr/>
          <p:nvPr userDrawn="1"/>
        </p:nvSpPr>
        <p:spPr>
          <a:xfrm>
            <a:off x="0" y="0"/>
            <a:ext cx="34766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CA76F56-7A82-9F16-E1F1-8C70941073C6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F34DD4-6C38-2829-50C7-D2C3FD7BF85A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0CA601A-B2F8-3621-C7A6-74F05BD40A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3862461"/>
            <a:ext cx="2754312" cy="21085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accusantik</a:t>
            </a:r>
            <a:endParaRPr lang="en-US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861F4E7-707B-6EAB-0166-74548368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605035"/>
            <a:ext cx="2735891" cy="2108579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500" b="0"/>
            </a:lvl1pPr>
          </a:lstStyle>
          <a:p>
            <a:r>
              <a:rPr lang="en-US"/>
              <a:t>Slide title here over multiple lines if required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3F8D3E6-BB80-8FF2-511F-2702C5F3F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0214" y="453700"/>
            <a:ext cx="27620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</p:spTree>
    <p:extLst>
      <p:ext uri="{BB962C8B-B14F-4D97-AF65-F5344CB8AC3E}">
        <p14:creationId xmlns:p14="http://schemas.microsoft.com/office/powerpoint/2010/main" val="306203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+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248DE-1B33-702A-19EE-36BD47456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D72AC6E4-E155-A422-F772-AF6A8D3DE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353F30A-956E-6F05-EF51-ED2E85383C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94BF05-4B90-51C7-13D2-008DB9110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440" y="3522192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B93A6B-D323-B374-BBF9-45B3A349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439" y="1605035"/>
            <a:ext cx="5040860" cy="1461431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69555E3-3700-CDC2-01FE-CDE5F1EF916E}"/>
              </a:ext>
            </a:extLst>
          </p:cNvPr>
          <p:cNvSpPr txBox="1">
            <a:spLocks/>
          </p:cNvSpPr>
          <p:nvPr userDrawn="1"/>
        </p:nvSpPr>
        <p:spPr>
          <a:xfrm>
            <a:off x="6724075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7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DC0077-BAD4-0229-4E1A-2E7B4B30A6D0}"/>
              </a:ext>
            </a:extLst>
          </p:cNvPr>
          <p:cNvSpPr txBox="1">
            <a:spLocks/>
          </p:cNvSpPr>
          <p:nvPr userDrawn="1"/>
        </p:nvSpPr>
        <p:spPr>
          <a:xfrm>
            <a:off x="6503439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52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 +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C6999-857C-3B9C-1BA1-40386C14E84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4B8D96-22BA-0C1F-5162-2AC5105DDF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E087739-C541-8865-EA98-5C2F15B5C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18DDFC6-3BD8-E99E-B3E1-EEF133BD7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14FD709-AB27-B41E-E4BB-293B59377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FD387F8D-8C3F-FF40-223D-B4A1BC7AD22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AF60DD6-FFC3-0965-E53C-A4DA65843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3240335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4051731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imag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1245394-80EC-F0AD-009D-284FEEB2B03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91300" y="1652127"/>
            <a:ext cx="5048250" cy="474812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6209300-539C-8152-5982-7DA48EAEC0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58361DA-1C1F-7622-FED8-6465D492B7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A473332-A069-A755-63D0-8559BB4E5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3431023"/>
            <a:ext cx="5040860" cy="19689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endParaRPr lang="en-US"/>
          </a:p>
          <a:p>
            <a:pPr lvl="0"/>
            <a:r>
              <a:rPr lang="en-US"/>
              <a:t>Sones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  <a:p>
            <a:pPr lvl="0"/>
            <a:r>
              <a:rPr lang="en-US" err="1"/>
              <a:t>Explaborit</a:t>
            </a:r>
            <a:r>
              <a:rPr lang="en-US"/>
              <a:t> </a:t>
            </a:r>
            <a:r>
              <a:rPr lang="en-US" err="1"/>
              <a:t>labo</a:t>
            </a:r>
            <a:r>
              <a:rPr lang="en-US"/>
              <a:t>. </a:t>
            </a:r>
            <a:r>
              <a:rPr lang="en-US" err="1"/>
              <a:t>Bor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offic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re </a:t>
            </a:r>
            <a:r>
              <a:rPr lang="en-US" err="1"/>
              <a:t>repratatem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il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vollaut</a:t>
            </a:r>
            <a:r>
              <a:rPr lang="en-US"/>
              <a:t> </a:t>
            </a:r>
            <a:r>
              <a:rPr lang="en-US" err="1"/>
              <a:t>volupta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46245C49-A606-4225-6F82-7EA58D2F6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14" y="1608657"/>
            <a:ext cx="5040860" cy="1454634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</a:t>
            </a:r>
            <a:br>
              <a:rPr lang="en-US"/>
            </a:br>
            <a:r>
              <a:rPr lang="en-US"/>
              <a:t>here over multiple</a:t>
            </a:r>
            <a:br>
              <a:rPr lang="en-US"/>
            </a:br>
            <a:r>
              <a:rPr lang="en-US"/>
              <a:t>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3405484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  <p15:guide id="5" orient="horz" pos="1865">
          <p15:clr>
            <a:srgbClr val="FBAE40"/>
          </p15:clr>
        </p15:guide>
        <p15:guide id="6" orient="horz" pos="159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0FAEFE-DCEA-C11E-9CD8-5BAE7ECD0A8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2A42E699-C892-2CB8-E3D4-0CE9521EA9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13626" y="0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F4C96FE9-C037-14C3-012B-B741623D23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13626" y="2282023"/>
            <a:ext cx="6078373" cy="2294813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7DF25DC-1055-D2B2-98AF-5F29BBD47E9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13626" y="4575977"/>
            <a:ext cx="6078373" cy="228202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D790FE4-BFEC-9756-BEB4-6B96B0DF6E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2FD68F5-B296-0C2B-59DB-54BBD7D001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B3D111EC-D128-EB01-30D0-3F5DA8E36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595F731-0F02-28C1-AF72-7799DA7D72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413" y="2894274"/>
            <a:ext cx="5066587" cy="30382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71450" indent="-1714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44488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15938" indent="-171450">
              <a:lnSpc>
                <a:spcPct val="110000"/>
              </a:lnSpc>
              <a:spcBef>
                <a:spcPts val="1200"/>
              </a:spcBef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688975" indent="-173038">
              <a:lnSpc>
                <a:spcPct val="110000"/>
              </a:lnSpc>
              <a:spcBef>
                <a:spcPts val="1200"/>
              </a:spcBef>
              <a:buFont typeface="Poppins" panose="00000500000000000000" pitchFamily="2" charset="0"/>
              <a:buChar char="−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855663" indent="-166688">
              <a:lnSpc>
                <a:spcPct val="110000"/>
              </a:lnSpc>
              <a:spcBef>
                <a:spcPts val="1200"/>
              </a:spcBef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add 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314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90E8F-3F86-019E-7259-C5DF5D006B8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oppins" panose="00000500000000000000" pitchFamily="2" charset="0"/>
            </a:endParaRP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0BA635FC-A312-CDFD-CEE2-71AE69C703C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0050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7CDDFA3-A77C-84F6-C805-0F704B7EA5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613341" y="4014788"/>
            <a:ext cx="5027613" cy="19637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3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Click to insert image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6B57A2-10F0-6C44-3C29-83B0D55775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214" y="453700"/>
            <a:ext cx="5045786" cy="3321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tx1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Navigation Section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AE77CD-9E4A-7D74-E4B4-4AD390F68B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813" y="879717"/>
            <a:ext cx="5045786" cy="25640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40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GB"/>
              <a:t>Secondary heading goes here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6EFC393-F3E0-61E8-169E-22AB3A81B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1682705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D3881B2-2CB5-BFB7-3D69-DB30616B86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90AB17C-2820-B52E-E6A5-744B267555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0094" y="2960689"/>
            <a:ext cx="5040860" cy="855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err="1"/>
              <a:t>Inctur</a:t>
            </a:r>
            <a:r>
              <a:rPr lang="en-US"/>
              <a:t>? </a:t>
            </a:r>
            <a:r>
              <a:rPr lang="en-US" err="1"/>
              <a:t>Otatur</a:t>
            </a:r>
            <a:r>
              <a:rPr lang="en-US"/>
              <a:t> </a:t>
            </a:r>
            <a:r>
              <a:rPr lang="en-US" err="1"/>
              <a:t>sendes</a:t>
            </a:r>
            <a:r>
              <a:rPr lang="en-US"/>
              <a:t> </a:t>
            </a:r>
            <a:r>
              <a:rPr lang="en-US" err="1"/>
              <a:t>sinctestest</a:t>
            </a:r>
            <a:r>
              <a:rPr lang="en-US"/>
              <a:t> et ex et </a:t>
            </a:r>
            <a:r>
              <a:rPr lang="en-US" err="1"/>
              <a:t>vollab</a:t>
            </a:r>
            <a:r>
              <a:rPr lang="en-US"/>
              <a:t> is del id </a:t>
            </a:r>
            <a:r>
              <a:rPr lang="en-US" err="1"/>
              <a:t>quaecust</a:t>
            </a:r>
            <a:r>
              <a:rPr lang="en-US"/>
              <a:t>, </a:t>
            </a:r>
            <a:r>
              <a:rPr lang="en-US" err="1"/>
              <a:t>inctemquam</a:t>
            </a:r>
            <a:r>
              <a:rPr lang="en-US"/>
              <a:t> </a:t>
            </a:r>
            <a:r>
              <a:rPr lang="en-US" err="1"/>
              <a:t>fuga</a:t>
            </a:r>
            <a:r>
              <a:rPr lang="en-US"/>
              <a:t>. Ne </a:t>
            </a:r>
            <a:r>
              <a:rPr lang="en-US" err="1"/>
              <a:t>pror</a:t>
            </a:r>
            <a:r>
              <a:rPr lang="en-US"/>
              <a:t> </a:t>
            </a:r>
            <a:r>
              <a:rPr lang="en-US" err="1"/>
              <a:t>arcia</a:t>
            </a:r>
            <a:r>
              <a:rPr lang="en-US"/>
              <a:t> nus </a:t>
            </a:r>
            <a:r>
              <a:rPr lang="en-US" err="1"/>
              <a:t>diti</a:t>
            </a:r>
            <a:r>
              <a:rPr lang="en-US"/>
              <a:t> cones que </a:t>
            </a:r>
            <a:r>
              <a:rPr lang="en-US" err="1"/>
              <a:t>voloribus</a:t>
            </a:r>
            <a:r>
              <a:rPr lang="en-US"/>
              <a:t>, </a:t>
            </a:r>
            <a:r>
              <a:rPr lang="en-US" err="1"/>
              <a:t>sitati</a:t>
            </a:r>
            <a:r>
              <a:rPr lang="en-US"/>
              <a:t> </a:t>
            </a:r>
            <a:r>
              <a:rPr lang="en-US" err="1"/>
              <a:t>nimet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unt</a:t>
            </a:r>
            <a:r>
              <a:rPr lang="en-US"/>
              <a:t> </a:t>
            </a:r>
            <a:r>
              <a:rPr lang="en-US" err="1"/>
              <a:t>aris</a:t>
            </a:r>
            <a:r>
              <a:rPr lang="en-US"/>
              <a:t> </a:t>
            </a:r>
            <a:r>
              <a:rPr lang="en-US" err="1"/>
              <a:t>corest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37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FF29363-7825-3F5A-BEA2-C9B0A9230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1586151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char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EB4605-05A5-FFF7-6BEB-8F2A1CCAFFA1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D8654F-C79C-9C2C-7718-1FD0D86A466F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516805" y="879475"/>
            <a:ext cx="5179327" cy="5057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44AED7-4EA8-8B56-18D5-B3B9CE1907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6DFBBF1E-A3F6-F451-4829-D1E3F074E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74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AB0D92D-86F3-7AF3-45BC-19114C142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2447" y="6229255"/>
            <a:ext cx="3606401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92766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23876A-96D1-F0AE-F0F2-8AF6DB2F3681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F0AF6-74AA-451B-425A-6C1E0C4BB1EE}"/>
              </a:ext>
            </a:extLst>
          </p:cNvPr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" bIns="64008" rtlCol="0" anchor="t"/>
          <a:lstStyle/>
          <a:p>
            <a:pPr algn="l"/>
            <a:endParaRPr lang="en-US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29F01-12EB-11E7-CB79-22971CD455C3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193D7AF-C152-458B-C821-B576A22C3EA5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922529C-6040-DCAB-4A00-BEF58343F003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>
          <a:xfrm>
            <a:off x="347663" y="855663"/>
            <a:ext cx="5240337" cy="50815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insert table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5EC604-C69A-8891-1B53-E11149E2F5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03988" y="2053989"/>
            <a:ext cx="5040860" cy="38832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400"/>
              </a:spcBef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endParaRPr lang="en-US"/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</a:p>
          <a:p>
            <a:pPr lvl="0"/>
            <a:r>
              <a:rPr lang="en-US"/>
              <a:t>To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</a:t>
            </a:r>
          </a:p>
          <a:p>
            <a:pPr lvl="0"/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</a:t>
            </a:r>
          </a:p>
          <a:p>
            <a:pPr lvl="0"/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0AE43D4D-B5C0-4755-F0CF-B819394BD8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73" y="856309"/>
            <a:ext cx="5040860" cy="952758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100000"/>
              </a:lnSpc>
              <a:defRPr sz="2800" b="0"/>
            </a:lvl1pPr>
          </a:lstStyle>
          <a:p>
            <a:r>
              <a:rPr lang="en-US"/>
              <a:t>Slide title goes here over multiple lines if required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8E4A644-9CDA-47FD-DDA4-9911AA1D6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03988" y="6229255"/>
            <a:ext cx="5059388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</p:spTree>
    <p:extLst>
      <p:ext uri="{BB962C8B-B14F-4D97-AF65-F5344CB8AC3E}">
        <p14:creationId xmlns:p14="http://schemas.microsoft.com/office/powerpoint/2010/main" val="2509483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46">
          <p15:clr>
            <a:srgbClr val="FBAE40"/>
          </p15:clr>
        </p15:guide>
        <p15:guide id="3" pos="3840">
          <p15:clr>
            <a:srgbClr val="FBAE40"/>
          </p15:clr>
        </p15:guide>
        <p15:guide id="4" pos="25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53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99" r:id="rId3"/>
    <p:sldLayoutId id="2147483700" r:id="rId4"/>
    <p:sldLayoutId id="2147483760" r:id="rId5"/>
    <p:sldLayoutId id="2147484332" r:id="rId6"/>
    <p:sldLayoutId id="2147484333" r:id="rId7"/>
    <p:sldLayoutId id="214748433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6DBEC6-2685-F2FC-298D-5F4CBBF49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6358" y="6229255"/>
            <a:ext cx="960553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577CEF-2EB4-A5BD-C2E7-01DE34F946D7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 b="0"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B4950E6-5C50-BC58-56EA-C3A4D033D3BC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b="0" smtClean="0"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 b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itle Placeholder 16">
            <a:extLst>
              <a:ext uri="{FF2B5EF4-FFF2-40B4-BE49-F238E27FC236}">
                <a16:creationId xmlns:a16="http://schemas.microsoft.com/office/drawing/2014/main" id="{F57F4805-F012-B4DF-F69C-5B6FDD5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5E28841-3942-0C14-E018-4E1A6C0C5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344488" lvl="1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</a:pPr>
            <a:r>
              <a:rPr lang="en-US"/>
              <a:t>Second level</a:t>
            </a:r>
          </a:p>
          <a:p>
            <a:pPr marL="515938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688975" lvl="3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</a:pPr>
            <a:r>
              <a:rPr lang="en-US"/>
              <a:t>Fourth level</a:t>
            </a:r>
          </a:p>
          <a:p>
            <a:pPr marL="855663" lvl="4" indent="-166688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77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659" r:id="rId2"/>
    <p:sldLayoutId id="2147483649" r:id="rId3"/>
    <p:sldLayoutId id="2147483688" r:id="rId4"/>
    <p:sldLayoutId id="2147483737" r:id="rId5"/>
    <p:sldLayoutId id="2147483687" r:id="rId6"/>
    <p:sldLayoutId id="2147483725" r:id="rId7"/>
    <p:sldLayoutId id="2147483738" r:id="rId8"/>
    <p:sldLayoutId id="2147483686" r:id="rId9"/>
    <p:sldLayoutId id="2147483715" r:id="rId10"/>
    <p:sldLayoutId id="2147483713" r:id="rId11"/>
    <p:sldLayoutId id="2147483743" r:id="rId12"/>
    <p:sldLayoutId id="2147483745" r:id="rId13"/>
    <p:sldLayoutId id="2147483744" r:id="rId14"/>
    <p:sldLayoutId id="2147483701" r:id="rId15"/>
    <p:sldLayoutId id="2147483703" r:id="rId16"/>
    <p:sldLayoutId id="2147483705" r:id="rId17"/>
    <p:sldLayoutId id="2147483736" r:id="rId18"/>
    <p:sldLayoutId id="2147483658" r:id="rId19"/>
    <p:sldLayoutId id="2147483651" r:id="rId20"/>
    <p:sldLayoutId id="2147483652" r:id="rId21"/>
    <p:sldLayoutId id="2147483657" r:id="rId22"/>
    <p:sldLayoutId id="2147483653" r:id="rId23"/>
    <p:sldLayoutId id="2147483694" r:id="rId24"/>
    <p:sldLayoutId id="2147483708" r:id="rId25"/>
    <p:sldLayoutId id="2147483697" r:id="rId26"/>
    <p:sldLayoutId id="2147483850" r:id="rId27"/>
    <p:sldLayoutId id="2147484337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kern="120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2" pos="846">
          <p15:clr>
            <a:srgbClr val="F26B43"/>
          </p15:clr>
        </p15:guide>
        <p15:guide id="3" orient="horz" pos="459">
          <p15:clr>
            <a:srgbClr val="F26B43"/>
          </p15:clr>
        </p15:guide>
        <p15:guide id="4" orient="horz" pos="4133">
          <p15:clr>
            <a:srgbClr val="F26B43"/>
          </p15:clr>
        </p15:guide>
        <p15:guide id="5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2A1F4-FB15-0B2D-7DFF-4AC1873B4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5665" y="6229255"/>
            <a:ext cx="9605537" cy="36512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Notes and sources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A5319E7-8948-378F-DF8C-7C80D60C07CA}"/>
              </a:ext>
            </a:extLst>
          </p:cNvPr>
          <p:cNvSpPr txBox="1">
            <a:spLocks/>
          </p:cNvSpPr>
          <p:nvPr userDrawn="1"/>
        </p:nvSpPr>
        <p:spPr>
          <a:xfrm>
            <a:off x="628624" y="6400258"/>
            <a:ext cx="40570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>
                <a:solidFill>
                  <a:schemeClr val="tx1">
                    <a:lumMod val="65000"/>
                  </a:schemeClr>
                </a:solidFill>
                <a:latin typeface="Poppins SemiBold" pitchFamily="2" charset="77"/>
                <a:cs typeface="Poppins SemiBold" pitchFamily="2" charset="77"/>
              </a:rPr>
              <a:t>|  NXP  |  </a:t>
            </a:r>
            <a:r>
              <a:rPr lang="en-GB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D39AA8-A244-DB56-42EC-193BDAB2C610}"/>
              </a:ext>
            </a:extLst>
          </p:cNvPr>
          <p:cNvSpPr txBox="1">
            <a:spLocks/>
          </p:cNvSpPr>
          <p:nvPr userDrawn="1"/>
        </p:nvSpPr>
        <p:spPr>
          <a:xfrm>
            <a:off x="407988" y="6400258"/>
            <a:ext cx="164667" cy="1712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ts val="1680"/>
              </a:lnSpc>
              <a:spcBef>
                <a:spcPts val="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tx2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D177A-E7F6-2540-A05E-14D21F0E46FB}" type="slidenum">
              <a:rPr lang="en-GB" smtClean="0">
                <a:solidFill>
                  <a:schemeClr val="tx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‹#›</a:t>
            </a:fld>
            <a:endParaRPr lang="en-GB">
              <a:solidFill>
                <a:schemeClr val="tx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Placeholder 16">
            <a:extLst>
              <a:ext uri="{FF2B5EF4-FFF2-40B4-BE49-F238E27FC236}">
                <a16:creationId xmlns:a16="http://schemas.microsoft.com/office/drawing/2014/main" id="{3D2DD0E2-8C1E-EA89-DB65-8934D25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1" y="376520"/>
            <a:ext cx="11432484" cy="67773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1BEE7E3-E75B-96AC-2D17-FB238CFE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720" y="1150936"/>
            <a:ext cx="11432483" cy="47815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71450" lvl="0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Click to edit Master text styles</a:t>
            </a:r>
          </a:p>
          <a:p>
            <a:pPr marL="344488" lvl="1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</a:pPr>
            <a:r>
              <a:rPr lang="en-US"/>
              <a:t>Second level</a:t>
            </a:r>
          </a:p>
          <a:p>
            <a:pPr marL="515938" lvl="2" indent="-171450">
              <a:lnSpc>
                <a:spcPct val="110000"/>
              </a:lnSpc>
              <a:spcBef>
                <a:spcPts val="600"/>
              </a:spcBef>
            </a:pPr>
            <a:r>
              <a:rPr lang="en-US"/>
              <a:t>Third level</a:t>
            </a:r>
          </a:p>
          <a:p>
            <a:pPr marL="688975" lvl="3" indent="-173038">
              <a:lnSpc>
                <a:spcPct val="110000"/>
              </a:lnSpc>
              <a:spcBef>
                <a:spcPts val="600"/>
              </a:spcBef>
              <a:buFont typeface="Poppins" panose="00000500000000000000" pitchFamily="2" charset="0"/>
              <a:buChar char="−"/>
            </a:pPr>
            <a:r>
              <a:rPr lang="en-US"/>
              <a:t>Fourth level</a:t>
            </a:r>
          </a:p>
          <a:p>
            <a:pPr marL="855663" lvl="4" indent="-166688">
              <a:lnSpc>
                <a:spcPct val="110000"/>
              </a:lnSpc>
              <a:spcBef>
                <a:spcPts val="600"/>
              </a:spcBef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9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0" r:id="rId3"/>
    <p:sldLayoutId id="2147483731" r:id="rId4"/>
    <p:sldLayoutId id="2147483740" r:id="rId5"/>
    <p:sldLayoutId id="2147483732" r:id="rId6"/>
    <p:sldLayoutId id="2147483733" r:id="rId7"/>
    <p:sldLayoutId id="2147483739" r:id="rId8"/>
    <p:sldLayoutId id="2147483683" r:id="rId9"/>
    <p:sldLayoutId id="2147483716" r:id="rId10"/>
    <p:sldLayoutId id="2147483712" r:id="rId11"/>
    <p:sldLayoutId id="2147483746" r:id="rId12"/>
    <p:sldLayoutId id="2147483747" r:id="rId13"/>
    <p:sldLayoutId id="2147483748" r:id="rId14"/>
    <p:sldLayoutId id="2147483702" r:id="rId15"/>
    <p:sldLayoutId id="2147483704" r:id="rId16"/>
    <p:sldLayoutId id="2147483678" r:id="rId17"/>
    <p:sldLayoutId id="2147483677" r:id="rId18"/>
    <p:sldLayoutId id="2147483679" r:id="rId19"/>
    <p:sldLayoutId id="2147483710" r:id="rId20"/>
    <p:sldLayoutId id="2147483711" r:id="rId21"/>
    <p:sldLayoutId id="2147483695" r:id="rId22"/>
    <p:sldLayoutId id="2147483723" r:id="rId23"/>
    <p:sldLayoutId id="2147483696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1" i="0" kern="1200" dirty="0" smtClean="0">
          <a:solidFill>
            <a:schemeClr val="tx2"/>
          </a:solidFill>
          <a:latin typeface="Poppins SemiBold" pitchFamily="2" charset="77"/>
          <a:ea typeface="+mn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F8B77-8F85-2903-C5D5-578B75B0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61B514-9E84-7A69-0D6B-E71F3D0B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2446465"/>
            <a:ext cx="5649685" cy="2202752"/>
          </a:xfrm>
        </p:spPr>
        <p:txBody>
          <a:bodyPr>
            <a:normAutofit/>
          </a:bodyPr>
          <a:lstStyle/>
          <a:p>
            <a:r>
              <a:rPr lang="en-US" altLang="zh-CN" dirty="0"/>
              <a:t>Ethernet to Multi-CANFD Bridge Expander in Robotics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33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90C6-528E-1D67-FDC8-EAFEFDD0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3C26C89-8C2E-034C-6CB2-282ACF056B95}"/>
              </a:ext>
            </a:extLst>
          </p:cNvPr>
          <p:cNvSpPr txBox="1"/>
          <p:nvPr/>
        </p:nvSpPr>
        <p:spPr>
          <a:xfrm>
            <a:off x="433493" y="284632"/>
            <a:ext cx="7822222" cy="500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55" b="1" dirty="0"/>
              <a:t>Ethernet to Multi-CANFD Bridge for Robotics</a:t>
            </a:r>
          </a:p>
        </p:txBody>
      </p:sp>
      <p:sp>
        <p:nvSpPr>
          <p:cNvPr id="5" name="Accent">
            <a:extLst>
              <a:ext uri="{FF2B5EF4-FFF2-40B4-BE49-F238E27FC236}">
                <a16:creationId xmlns:a16="http://schemas.microsoft.com/office/drawing/2014/main" id="{0936F34B-02B7-7721-E244-67A10E869DF6}"/>
              </a:ext>
            </a:extLst>
          </p:cNvPr>
          <p:cNvSpPr/>
          <p:nvPr/>
        </p:nvSpPr>
        <p:spPr>
          <a:xfrm>
            <a:off x="433493" y="1052633"/>
            <a:ext cx="1991111" cy="56889"/>
          </a:xfrm>
          <a:prstGeom prst="rect">
            <a:avLst/>
          </a:prstGeom>
          <a:solidFill>
            <a:srgbClr val="FFBD00"/>
          </a:solidFill>
          <a:ln>
            <a:noFill/>
          </a:ln>
        </p:spPr>
        <p:txBody>
          <a:bodyPr rtlCol="0"/>
          <a:lstStyle/>
          <a:p>
            <a:endParaRPr lang="en-US" sz="1707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FE3D3F21-BE88-161F-9AD7-C1CEF6F2D0A4}"/>
              </a:ext>
            </a:extLst>
          </p:cNvPr>
          <p:cNvSpPr txBox="1"/>
          <p:nvPr/>
        </p:nvSpPr>
        <p:spPr>
          <a:xfrm>
            <a:off x="333353" y="1108910"/>
            <a:ext cx="6859936" cy="5425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75" b="1" dirty="0"/>
              <a:t>Key </a:t>
            </a:r>
            <a:r>
              <a:rPr lang="en-US" altLang="zh-CN" sz="2275" b="1" dirty="0"/>
              <a:t>Features</a:t>
            </a:r>
          </a:p>
          <a:p>
            <a:endParaRPr lang="en-US" sz="2275" b="1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6 × CANFD ports bridged to Ethernet on one cable</a:t>
            </a:r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endParaRPr lang="en-US" sz="1707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Deeply customized Linux </a:t>
            </a:r>
            <a:r>
              <a:rPr lang="en-US" sz="1707" dirty="0" err="1"/>
              <a:t>SocketCAN</a:t>
            </a:r>
            <a:r>
              <a:rPr lang="en-US" sz="1707" dirty="0"/>
              <a:t> using raw socket in Linux Kernel Mode, verified on NXP i.MX95 MPU  </a:t>
            </a:r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endParaRPr lang="en-US" sz="1707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MCXE31B Cortex-M7F @160 MHz, bare-metal SW</a:t>
            </a:r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endParaRPr lang="en-US" sz="1707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Ether</a:t>
            </a:r>
            <a:r>
              <a:rPr lang="en-US" altLang="zh-CN" sz="1707" dirty="0"/>
              <a:t>net layer2 MAC to CANFD on MCXE31B, no LWIP Stack running</a:t>
            </a:r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endParaRPr lang="en-US" sz="1707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CANFD 1Mbps arb / 5-8 Mbps with 64Bytes Payload per frame</a:t>
            </a:r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endParaRPr lang="en-US" sz="1707" dirty="0"/>
          </a:p>
          <a:p>
            <a:pPr marL="325103" indent="-325103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707" dirty="0"/>
              <a:t>CAN data loop back(MPU-&gt;MCU-&gt;MPU) latency &lt; 1ms with 99% statics, max. 1.5mS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C693A-1288-9070-9AC9-1C6E10B2B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714" y="707570"/>
            <a:ext cx="4100286" cy="6150429"/>
          </a:xfrm>
          <a:prstGeom prst="rect">
            <a:avLst/>
          </a:prstGeom>
        </p:spPr>
      </p:pic>
      <p:pic>
        <p:nvPicPr>
          <p:cNvPr id="7" name="图片 8">
            <a:extLst>
              <a:ext uri="{FF2B5EF4-FFF2-40B4-BE49-F238E27FC236}">
                <a16:creationId xmlns:a16="http://schemas.microsoft.com/office/drawing/2014/main" id="{B7FB1315-AC70-2121-FFCE-2C66E41EA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566" y="785538"/>
            <a:ext cx="2158981" cy="21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0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DCBD70-21C8-C814-E43E-FDD29112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01449"/>
            <a:ext cx="10318750" cy="665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3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A82AF-979C-6045-AE9C-F8904E34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31650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mode | title + logo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81E975F-6FB5-49BD-A0DC-A91D86BEF3F7}" vid="{9F856609-A09E-4052-9757-DEA6BDDA65EF}"/>
    </a:ext>
  </a:extLst>
</a:theme>
</file>

<file path=ppt/theme/theme2.xml><?xml version="1.0" encoding="utf-8"?>
<a:theme xmlns:a="http://schemas.openxmlformats.org/drawingml/2006/main" name="Light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 smtClean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81E975F-6FB5-49BD-A0DC-A91D86BEF3F7}" vid="{F770CAC7-3969-48CF-B4D3-538896CA3EE3}"/>
    </a:ext>
  </a:extLst>
</a:theme>
</file>

<file path=ppt/theme/theme3.xml><?xml version="1.0" encoding="utf-8"?>
<a:theme xmlns:a="http://schemas.openxmlformats.org/drawingml/2006/main" name="Dark mode | content layouts">
  <a:themeElements>
    <a:clrScheme name="NXP Brand Colors 2">
      <a:dk1>
        <a:srgbClr val="000000"/>
      </a:dk1>
      <a:lt1>
        <a:srgbClr val="FFFFFF"/>
      </a:lt1>
      <a:dk2>
        <a:srgbClr val="262626"/>
      </a:dk2>
      <a:lt2>
        <a:srgbClr val="F7F5F1"/>
      </a:lt2>
      <a:accent1>
        <a:srgbClr val="0EAFE0"/>
      </a:accent1>
      <a:accent2>
        <a:srgbClr val="0068DF"/>
      </a:accent2>
      <a:accent3>
        <a:srgbClr val="69CA00"/>
      </a:accent3>
      <a:accent4>
        <a:srgbClr val="F9B500"/>
      </a:accent4>
      <a:accent5>
        <a:srgbClr val="FF7400"/>
      </a:accent5>
      <a:accent6>
        <a:srgbClr val="00A700"/>
      </a:accent6>
      <a:hlink>
        <a:srgbClr val="0EAFE0"/>
      </a:hlink>
      <a:folHlink>
        <a:srgbClr val="0EAFE0"/>
      </a:folHlink>
    </a:clrScheme>
    <a:fontScheme name="NXP 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tIns="64008" bIns="64008" rtlCol="0" anchor="t"/>
      <a:lstStyle>
        <a:defPPr algn="l">
          <a:defRPr dirty="0">
            <a:latin typeface="Poppins SemiBold" panose="00000700000000000000" pitchFamily="2" charset="0"/>
            <a:cs typeface="Poppins SemiBold" panose="000007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81E975F-6FB5-49BD-A0DC-A91D86BEF3F7}" vid="{85EA4212-E187-490C-9C54-7ED42000AA8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5cbb27-74f8-43cc-bb43-acdfeecd9e4f" xsi:nil="true"/>
    <SharedWithUsers xmlns="ad5cbb27-74f8-43cc-bb43-acdfeecd9e4f">
      <UserInfo>
        <DisplayName>Birgit Ahlborn</DisplayName>
        <AccountId>28</AccountId>
        <AccountType/>
      </UserInfo>
      <UserInfo>
        <DisplayName>Melissa Dailey</DisplayName>
        <AccountId>70</AccountId>
        <AccountType/>
      </UserInfo>
      <UserInfo>
        <DisplayName>Jan Kiker</DisplayName>
        <AccountId>36</AccountId>
        <AccountType/>
      </UserInfo>
      <UserInfo>
        <DisplayName>Lindsey Strobel</DisplayName>
        <AccountId>148</AccountId>
        <AccountType/>
      </UserInfo>
      <UserInfo>
        <DisplayName>Ann-Kathrin Augustin</DisplayName>
        <AccountId>55</AccountId>
        <AccountType/>
      </UserInfo>
      <UserInfo>
        <DisplayName>Shelley McNamara</DisplayName>
        <AccountId>10</AccountId>
        <AccountType/>
      </UserInfo>
    </SharedWithUsers>
    <lcf76f155ced4ddcb4097134ff3c332f xmlns="b67706e6-869c-472f-895d-59a85b77386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C47CBAFE2879C4D91E28E94CF9B3AF3" ma:contentTypeVersion="15" ma:contentTypeDescription="新建文档。" ma:contentTypeScope="" ma:versionID="27362f20b5989291d290f068f81027c3">
  <xsd:schema xmlns:xsd="http://www.w3.org/2001/XMLSchema" xmlns:xs="http://www.w3.org/2001/XMLSchema" xmlns:p="http://schemas.microsoft.com/office/2006/metadata/properties" xmlns:ns2="b67706e6-869c-472f-895d-59a85b773869" xmlns:ns3="ad5cbb27-74f8-43cc-bb43-acdfeecd9e4f" targetNamespace="http://schemas.microsoft.com/office/2006/metadata/properties" ma:root="true" ma:fieldsID="799aa3241d3772323464d3b0d2beec87" ns2:_="" ns3:_="">
    <xsd:import namespace="b67706e6-869c-472f-895d-59a85b773869"/>
    <xsd:import namespace="ad5cbb27-74f8-43cc-bb43-acdfeecd9e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706e6-869c-472f-895d-59a85b7738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5cbb27-74f8-43cc-bb43-acdfeecd9e4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be15bab-f64d-4896-9d98-859e0638b848}" ma:internalName="TaxCatchAll" ma:showField="CatchAllData" ma:web="ad5cbb27-74f8-43cc-bb43-acdfeecd9e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8521B7-5C3E-4019-920B-6CEAFC0DCCDB}">
  <ds:schemaRefs>
    <ds:schemaRef ds:uri="4d1ba82c-c36a-4566-999f-6ecf5bacd679"/>
    <ds:schemaRef ds:uri="http://schemas.microsoft.com/office/2006/documentManagement/types"/>
    <ds:schemaRef ds:uri="http://www.w3.org/XML/1998/namespace"/>
    <ds:schemaRef ds:uri="c4672b8b-43e2-4139-8cd1-27ad03f081e7"/>
    <ds:schemaRef ds:uri="http://schemas.openxmlformats.org/package/2006/metadata/core-properties"/>
    <ds:schemaRef ds:uri="http://purl.org/dc/dcmitype/"/>
    <ds:schemaRef ds:uri="http://schemas.microsoft.com/office/2006/metadata/properties"/>
    <ds:schemaRef ds:uri="59ffceb3-84f0-42bd-a0b7-f8e43e83f14c"/>
    <ds:schemaRef ds:uri="http://schemas.microsoft.com/office/infopath/2007/PartnerControls"/>
    <ds:schemaRef ds:uri="http://purl.org/dc/terms/"/>
    <ds:schemaRef ds:uri="http://purl.org/dc/elements/1.1/"/>
    <ds:schemaRef ds:uri="ad5cbb27-74f8-43cc-bb43-acdfeecd9e4f"/>
    <ds:schemaRef ds:uri="b67706e6-869c-472f-895d-59a85b773869"/>
  </ds:schemaRefs>
</ds:datastoreItem>
</file>

<file path=customXml/itemProps2.xml><?xml version="1.0" encoding="utf-8"?>
<ds:datastoreItem xmlns:ds="http://schemas.openxmlformats.org/officeDocument/2006/customXml" ds:itemID="{6260E3FD-7B7E-4F87-B2DE-2E7EEEEE36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7706e6-869c-472f-895d-59a85b773869"/>
    <ds:schemaRef ds:uri="ad5cbb27-74f8-43cc-bb43-acdfeecd9e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78E3B7-C7EB-4D3A-BB65-933A2D2300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Public_2025NXP-Template-Light-Dark-Mode_v2.9</Template>
  <TotalTime>5976</TotalTime>
  <Words>98</Words>
  <Application>Microsoft Office PowerPoint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Poppins</vt:lpstr>
      <vt:lpstr>Poppins SemiBold</vt:lpstr>
      <vt:lpstr>Wingdings</vt:lpstr>
      <vt:lpstr>Light mode | title + logo</vt:lpstr>
      <vt:lpstr>Light mode | content layouts</vt:lpstr>
      <vt:lpstr>Dark mode | content layouts</vt:lpstr>
      <vt:lpstr>Ethernet to Multi-CANFD Bridge Expander in Robotics 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NXP Overview</dc:title>
  <dc:creator>Lindsey Strobel</dc:creator>
  <dc:description>V2.9 updated Jan 2025</dc:description>
  <cp:lastModifiedBy>XI YANG</cp:lastModifiedBy>
  <cp:revision>36</cp:revision>
  <dcterms:created xsi:type="dcterms:W3CDTF">2025-01-22T18:16:58Z</dcterms:created>
  <dcterms:modified xsi:type="dcterms:W3CDTF">2026-07-01T14:00:11Z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0x0101008C47CBAFE2879C4D91E28E94CF9B3AF3</vt:lpwstr>
  </property>
  <property fmtid="{D5CDD505-2E9C-101B-9397-08002B2CF9AE}" pid="3" name="MediaServiceImageTags">
    <vt:lpwstr/>
  </property>
</Properties>
</file>